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肖毕文" initials="c" lastIdx="0" clrIdx="0"/>
  <p:cmAuthor id="2" name="孙 龙" initials="孙" lastIdx="0" clrIdx="1"/>
  <p:cmAuthor id="3" name="Mary Feil-Jacobs" initials="" lastIdx="0" clrIdx="2"/>
  <p:cmAuthor id="4" name="LiuHui" initials="" lastIdx="0" clrIdx="3"/>
  <p:cmAuthor id="5" name="程东" initials="C" lastIdx="0" clrIdx="4"/>
  <p:cmAuthor id="6" name="未知的使用者45" initials="" lastIdx="0" clrIdx="5"/>
  <p:cmAuthor id="7" name="作者" initials="A" lastIdx="0" clrIdx="6"/>
  <p:cmAuthor id="8" name="王鹏凯" initials="" lastIdx="0" clrIdx="7"/>
  <p:cmAuthor id="9" name="Administrator" initials="A" lastIdx="0" clrIdx="8"/>
  <p:cmAuthor id="10" name="未知用户104" initials="" lastIdx="0" clrIdx="9"/>
  <p:cmAuthor id="11" name="宋洁然" initials="宋" lastIdx="0" clrIdx="10"/>
  <p:cmAuthor id="12" name="未知的使用者10" initials="" lastIdx="0" clrIdx="11"/>
  <p:cmAuthor id="13" name="ming qiu" initials="m" lastIdx="0" clrIdx="12"/>
  <p:cmAuthor id="14" name="未知的使用者93" initials="" lastIdx="0" clrIdx="13"/>
  <p:cmAuthor id="15" name="1206988966@qq.com" initials="1" lastIdx="0" clrIdx="14"/>
  <p:cmAuthor id="16" name="LeeElva" initials="" lastIdx="0" clrIdx="15"/>
  <p:cmAuthor id="17" name="姜伟光" initials="姜" lastIdx="0" clrIdx="16"/>
  <p:cmAuthor id="18" name="未知用户99" initials="" lastIdx="0" clrIdx="17"/>
  <p:cmAuthor id="19" name="李毅君" initials="c" lastIdx="0" clrIdx="18"/>
  <p:cmAuthor id="20" name="未知的使用者34" initials="" lastIdx="0" clrIdx="19"/>
  <p:cmAuthor id="21" name="lily" initials="l" lastIdx="0" clrIdx="20"/>
  <p:cmAuthor id="22" name="未知用户102" initials="" lastIdx="0" clrIdx="21"/>
  <p:cmAuthor id="23" name="朱磊" initials="朱" lastIdx="0" clrIdx="22"/>
  <p:cmAuthor id="24" name="未知的使用者121" initials="" lastIdx="0" clrIdx="23"/>
  <p:cmAuthor id="25" name="wang zhichao" initials="" lastIdx="0" clrIdx="24"/>
  <p:cmAuthor id="26" name="未知的使用者12" initials="" lastIdx="0" clrIdx="25"/>
  <p:cmAuthor id="27" name="李 里" initials="" lastIdx="0" clrIdx="26"/>
  <p:cmAuthor id="28" name="未知的使用者27" initials="" lastIdx="0" clrIdx="27"/>
  <p:cmAuthor id="29" name="小 红马" initials="" lastIdx="0" clrIdx="28"/>
  <p:cmAuthor id="30" name="未知的使用者30" initials="" lastIdx="0" clrIdx="29"/>
  <p:cmAuthor id="31" name="beilu ni" initials="" lastIdx="0" clrIdx="30"/>
  <p:cmAuthor id="32" name="未知的使用者53" initials="" lastIdx="0" clrIdx="31"/>
  <p:cmAuthor id="33" name="luo haoyue" initials="" lastIdx="0" clrIdx="32"/>
  <p:cmAuthor id="34" name="未知的使用者25" initials="" lastIdx="0" clrIdx="33"/>
  <p:cmAuthor id="35" name="Hai ni Dou" initials="" lastIdx="0" clrIdx="34"/>
  <p:cmAuthor id="36" name="hl sun" initials="" lastIdx="0" clrIdx="35"/>
  <p:cmAuthor id="37" name="杨 文节" initials="" lastIdx="0" clrIdx="36"/>
  <p:cmAuthor id="38" name="未知的使用者119" initials="" lastIdx="0" clrIdx="37"/>
  <p:cmAuthor id="39" name="Saku Uchikawa" initials="S" lastIdx="0" clrIdx="38"/>
  <p:cmAuthor id="40" name="未知的使用者103" initials="" lastIdx="0" clrIdx="39"/>
  <p:cmAuthor id="41" name="00065088" initials="0" lastIdx="0" clrIdx="40"/>
  <p:cmAuthor id="42" name="Wenwen" initials="" lastIdx="0" clrIdx="41"/>
  <p:cmAuthor id="43" name="10066351" initials="1" lastIdx="0" clrIdx="42"/>
  <p:cmAuthor id="44" name="未知的使用者117" initials="" lastIdx="0" clrIdx="43"/>
  <p:cmAuthor id="45" name="蔡建楠" initials="caijianna" lastIdx="0" clrIdx="44"/>
  <p:cmAuthor id="46" name="未知的使用者33" initials="" lastIdx="0" clrIdx="45"/>
  <p:cmAuthor id="47" name="Author" initials="A" lastIdx="0" clrIdx="46"/>
  <p:cmAuthor id="48" name="未知的使用者28" initials="" lastIdx="0" clrIdx="47"/>
  <p:cmAuthor id="49" name="李蕾00009994" initials="李" lastIdx="0" clrIdx="48"/>
  <p:cmAuthor id="50" name="未知用户67" initials="" lastIdx="0" clrIdx="49"/>
  <p:cmAuthor id="51" name="10118178" initials="1" lastIdx="0" clrIdx="50"/>
  <p:cmAuthor id="52" name="未知用户114" initials="" lastIdx="0" clrIdx="51"/>
  <p:cmAuthor id="53" name="10270945" initials="1" lastIdx="0" clrIdx="52"/>
  <p:cmAuthor id="54" name="未知的使用者67" initials="" lastIdx="0" clrIdx="53"/>
  <p:cmAuthor id="55" name="zrf" initials="zrf" lastIdx="0" clrIdx="54"/>
  <p:cmAuthor id="56" name="李木荣" initials="C" lastIdx="0" clrIdx="55"/>
  <p:cmAuthor id="57" name="Hou Yingfeng" initials="H" lastIdx="0" clrIdx="56"/>
  <p:cmAuthor id="58" name="linyd" initials="" lastIdx="0" clrIdx="57"/>
  <p:cmAuthor id="59" name="赵诚荣10027092" initials="赵" lastIdx="0" clrIdx="58"/>
  <p:cmAuthor id="60" name="未知的使用者76" initials="未" lastIdx="0" clrIdx="59"/>
  <p:cmAuthor id="61" name="10056791" initials="ZTE" lastIdx="0" clrIdx="60"/>
  <p:cmAuthor id="62" name="koyez" initials="k" lastIdx="0" clrIdx="61"/>
  <p:cmAuthor id="63" name="未知用户1" initials="未知用户1" lastIdx="0" clrIdx="62"/>
  <p:cmAuthor id="64" name="浮浮浮云" initials="浮" lastIdx="0" clrIdx="63"/>
  <p:cmAuthor id="65" name="李楠10047711" initials="李楠10047711" lastIdx="0" clrIdx="64"/>
  <p:cmAuthor id="66" name="13810" initials="1" lastIdx="0" clrIdx="65"/>
  <p:cmAuthor id="67" name="10045953" initials="1" lastIdx="0" clrIdx="66"/>
  <p:cmAuthor id="68" name="郭婧" initials="郭" lastIdx="0" clrIdx="67"/>
  <p:cmAuthor id="69" name="沈霄雷" initials="沈" lastIdx="0" clrIdx="68"/>
  <p:cmAuthor id="70" name="Y Y" initials="YY" lastIdx="0" clrIdx="69"/>
  <p:cmAuthor id="71" name="liruifeng" initials="l" lastIdx="0" clrIdx="70"/>
  <p:cmAuthor id="72" name="李哲(ZheLi)-顺丰科技" initials="a" lastIdx="0" clrIdx="71"/>
  <p:cmAuthor id="73" name="A6910" initials="A" lastIdx="0" clrIdx="72"/>
  <p:cmAuthor id="74" name="jiangjunrz" initials="jiangjunrz" lastIdx="0" clrIdx="73"/>
  <p:cmAuthor id="75" name="Echo" initials="E" lastIdx="0" clrIdx="74"/>
  <p:cmAuthor id="76" name="rev2" initials="c" lastIdx="0" clrIdx="75"/>
  <p:cmAuthor id="77" name="林国旗/PT/FMCC" initials="林国旗/PT/FMCC" lastIdx="0" clrIdx="76"/>
  <p:cmAuthor id="78" name="王元" initials="R" lastIdx="0" clrIdx="77"/>
  <p:cmAuthor id="79" name="黄珂10009187" initials="黄珂10009187" lastIdx="0" clrIdx="78"/>
  <p:cmAuthor id="80" name="yumengfei@bj.cmcc" initials="yumengfei@bj.cmcc" lastIdx="0" clrIdx="79"/>
  <p:cmAuthor id="81" name="370369741@qq.com" initials="3" lastIdx="0" clrIdx="80"/>
  <p:cmAuthor id="82" name="赵欣" initials="zx" lastIdx="0" clrIdx="81"/>
  <p:cmAuthor id="83" name="hwjjjjjjjj" initials="h" lastIdx="0" clrIdx="82"/>
  <p:cmAuthor id="84" name="韩剑侠" initials="P" lastIdx="0" clrIdx="83"/>
  <p:cmAuthor id="85" name="10206899" initials="1" lastIdx="0" clrIdx="84"/>
  <p:cmAuthor id="86" name="sxp" initials="s" lastIdx="0" clrIdx="85"/>
  <p:cmAuthor id="87" name="sjzx" initials="s" lastIdx="0" clrIdx="86"/>
  <p:cmAuthor id="88" name="10133177" initials="1" lastIdx="0" clrIdx="87"/>
  <p:cmAuthor id="89" name="朱玉龙" initials="朱" lastIdx="0" clrIdx="88"/>
  <p:cmAuthor id="90" name="yang.yuan" initials="y" lastIdx="0" clrIdx="89"/>
  <p:cmAuthor id="91" name="ASUS" initials="A" lastIdx="0" clrIdx="90"/>
  <p:cmAuthor id="92" name="李颜钰骞" initials="l" lastIdx="0" clrIdx="91"/>
  <p:cmAuthor id="93" name="王娟" initials="1" lastIdx="0" clrIdx="92"/>
  <p:cmAuthor id="94" name="袁一欢|yuanyihuan" initials="袁一欢" lastIdx="0" clrIdx="93"/>
  <p:cmAuthor id="95" name="xulinjing" initials="x" lastIdx="0" clrIdx="94"/>
  <p:cmAuthor id="96" name="Microsoft Office 用户" initials="MO用 [8] [6]" lastIdx="0" clrIdx="95"/>
  <p:cmAuthor id="97" name="王林10186938" initials="王林10186938" lastIdx="0" clrIdx="96"/>
  <p:cmAuthor id="98" name="范向琴|fanxq" initials="范向琴" lastIdx="0" clrIdx="97"/>
  <p:cmAuthor id="99" name="方洁琼" initials="G" lastIdx="0" clrIdx="98"/>
  <p:cmAuthor id="100" name="絮" initials="絮" lastIdx="0" clrIdx="99"/>
  <p:cmAuthor id="101" name="未知用户63" initials="未知用户63" lastIdx="0" clrIdx="100"/>
  <p:cmAuthor id="102" name="cmri" initials="c" lastIdx="0" clrIdx="101"/>
  <p:cmAuthor id="103" name="张文中" initials="张" lastIdx="0" clrIdx="102"/>
  <p:cmAuthor id="104" name="lirui" initials="l" lastIdx="0" clrIdx="103"/>
  <p:cmAuthor id="105" name="张雅琦" initials="张" lastIdx="0" clrIdx="104"/>
  <p:cmAuthor id="106" name="mzh" initials="m" lastIdx="0" clrIdx="105"/>
  <p:cmAuthor id="107" name="kevin.huang" initials="k" lastIdx="0" clrIdx="106"/>
  <p:cmAuthor id="108" name="金标|jinbiao" initials="金标" lastIdx="0" clrIdx="107"/>
  <p:cmAuthor id="109" name="user" initials="u" lastIdx="0" clrIdx="108"/>
  <p:cmAuthor id="110" name="殷 凯" initials="凯殷" lastIdx="0" clrIdx="109"/>
  <p:cmAuthor id="111" name="zhangling" initials="z" lastIdx="0" clrIdx="110"/>
  <p:cmAuthor id="112" name="zhangting90" initials="z" lastIdx="0" clrIdx="111"/>
  <p:cmAuthor id="113" name="cmsz" initials="c" lastIdx="0" clrIdx="112"/>
  <p:cmAuthor id="114" name="grace" initials="g" lastIdx="0" clrIdx="113"/>
  <p:cmAuthor id="115" name="何已龙" initials="何" lastIdx="0" clrIdx="114"/>
  <p:cmAuthor id="116" name="张伟轮" initials="g" lastIdx="0" clrIdx="115"/>
  <p:cmAuthor id="117" name="叶得会" initials="叶" lastIdx="0" clrIdx="116"/>
  <p:cmAuthor id="118" name="MC.C" initials="M" lastIdx="0" clrIdx="117"/>
  <p:cmAuthor id="119" name="未知用户6" initials="未" lastIdx="0" clrIdx="118"/>
  <p:cmAuthor id="120" name="李婧宜_YBferYVR" initials="authorId_1217247658" lastIdx="0" clrIdx="119"/>
  <p:cmAuthor id="121" name="未知用户8" initials="未" lastIdx="0" clrIdx="120"/>
  <p:cmAuthor id="122" name="方绍波|fangshaobo" initials="I" lastIdx="0" clrIdx="121"/>
  <p:cmAuthor id="123" name="未知用户7" initials="未" lastIdx="0" clrIdx="122"/>
  <p:cmAuthor id="124" name="manman" initials="m" lastIdx="0" clrIdx="123"/>
  <p:cmAuthor id="125" name="未知用户9" initials="未" lastIdx="0" clrIdx="124"/>
  <p:cmAuthor id="126" name="未知用户321" initials="未" lastIdx="0" clrIdx="125"/>
  <p:cmAuthor id="127" name="未知用户17" initials="未" lastIdx="0" clrIdx="126"/>
  <p:cmAuthor id="128" name="WPS_1729045279" initials="W" lastIdx="0" clrIdx="127"/>
  <p:cmAuthor id="129" name="未知用户18" initials="未" lastIdx="0" clrIdx="128"/>
  <p:cmAuthor id="130" name="zhanglipingsj@hq.cmcc" initials="zhanglipi" lastIdx="0" clrIdx="129"/>
  <p:cmAuthor id="131" name="未知用户20" initials="未" lastIdx="0" clrIdx="130"/>
  <p:cmAuthor id="132" name="未知用户361" initials="未" lastIdx="0" clrIdx="131"/>
  <p:cmAuthor id="133" name="未知用户19" initials="未" lastIdx="0" clrIdx="132"/>
  <p:cmAuthor id="134" name="liangjinrui" initials="l" lastIdx="0" clrIdx="133"/>
  <p:cmAuthor id="135" name="未知用户21" initials="未" lastIdx="0" clrIdx="134"/>
  <p:cmAuthor id="136" name="未知用户308" initials="未" lastIdx="0" clrIdx="135"/>
  <p:cmAuthor id="137" name="未知用户14" initials="未" lastIdx="0" clrIdx="136"/>
  <p:cmAuthor id="138" name="未知用户334" initials="未" lastIdx="0" clrIdx="137"/>
  <p:cmAuthor id="139" name="未知用户15" initials="未" lastIdx="0" clrIdx="138"/>
  <p:cmAuthor id="140" name="未知用户342" initials="未" lastIdx="0" clrIdx="139"/>
  <p:cmAuthor id="141" name="未知用户16" initials="未" lastIdx="0" clrIdx="140"/>
  <p:cmAuthor id="142" name="未知用户403" initials="未" lastIdx="0" clrIdx="141"/>
  <p:cmAuthor id="143" name="郝崇" initials="郝" lastIdx="0" clrIdx="142"/>
  <p:cmAuthor id="144" name="mei shuo" initials="mei shuo" lastIdx="0" clrIdx="143"/>
  <p:cmAuthor id="145" name="初七之月亮" initials="初" lastIdx="0" clrIdx="144"/>
  <p:cmAuthor id="146" name="吴杰" initials="吴" lastIdx="0" clrIdx="145"/>
  <p:cmAuthor id="147" name="李 雨桐" initials="李" lastIdx="0" clrIdx="146"/>
  <p:cmAuthor id="148" name="刘丽仙" initials="刘" lastIdx="0" clrIdx="147"/>
  <p:cmAuthor id="149" name="273679546@qq.com" initials="2" lastIdx="0" clrIdx="148"/>
  <p:cmAuthor id="150" name="未知用户103" initials="" lastIdx="0" clrIdx="149"/>
  <p:cmAuthor id="151" name="admin" initials="a" lastIdx="0" clrIdx="150"/>
  <p:cmAuthor id="152" name="杨艳霞" initials="杨" lastIdx="0" clrIdx="151"/>
  <p:cmAuthor id="153" name="罗振（借调）" initials="U" lastIdx="0" clrIdx="152"/>
  <p:cmAuthor id="154" name="13811" initials="1" lastIdx="0" clrIdx="153"/>
  <p:cmAuthor id="155" name="佟 鑫" initials="佟" lastIdx="0" clrIdx="154"/>
  <p:cmAuthor id="156" name="未定义" initials="未" lastIdx="0" clrIdx="155"/>
  <p:cmAuthor id="157" name="宋瑞芳" initials="KS" lastIdx="0" clrIdx="156"/>
  <p:cmAuthor id="158" name="CMCC" initials="C" lastIdx="0" clrIdx="157"/>
  <p:cmAuthor id="159" name="Yukki" initials="Y" lastIdx="0" clrIdx="158"/>
  <p:cmAuthor id="160" name="王达" initials="王" lastIdx="0" clrIdx="159"/>
  <p:cmAuthor id="161" name="huangsifei" initials="h" lastIdx="0" clrIdx="160"/>
  <p:cmAuthor id="162" name="李永欣" initials="李" lastIdx="0" clrIdx="161"/>
  <p:cmAuthor id="163" name="邓 婷" initials="邓婷" lastIdx="0" clrIdx="162"/>
  <p:cmAuthor id="164" name="yang yang" initials="yy" lastIdx="0" clrIdx="163"/>
  <p:cmAuthor id="165" name="成玉玉" initials="成" lastIdx="0" clrIdx="164"/>
  <p:cmAuthor id="166" name="Admin" initials="A" lastIdx="0" clrIdx="165"/>
  <p:cmAuthor id="167" name="未知用户5" initials="" lastIdx="0" clrIdx="166"/>
  <p:cmAuthor id="168" name="未知用户23" initials="未" lastIdx="0" clrIdx="167"/>
  <p:cmAuthor id="169" name="未知的使用者115" initials="" lastIdx="0" clrIdx="168"/>
  <p:cmAuthor id="170" name="未知用户24" initials="未" lastIdx="0" clrIdx="169"/>
  <p:cmAuthor id="171" name="Deanna Schuler (Bookey Consulting)" initials="" lastIdx="0" clrIdx="170"/>
  <p:cmAuthor id="172" name="未知用户25" initials="未" lastIdx="0" clrIdx="171"/>
  <p:cmAuthor id="173" name="未知的使用者57" initials="" lastIdx="0" clrIdx="172"/>
  <p:cmAuthor id="174" name="未知用户26" initials="未" lastIdx="0" clrIdx="173"/>
  <p:cmAuthor id="175" name="未知的使用者35" initials="" lastIdx="0" clrIdx="174"/>
  <p:cmAuthor id="176" name="未知用户27" initials="未" lastIdx="0" clrIdx="175"/>
  <p:cmAuthor id="177" name="maxine" initials="" lastIdx="0" clrIdx="176"/>
  <p:cmAuthor id="178" name="未知用户28" initials="未" lastIdx="0" clrIdx="177"/>
  <p:cmAuthor id="179" name="周元元" initials="" lastIdx="0" clrIdx="178"/>
  <p:cmAuthor id="180" name="未知用户29" initials="未" lastIdx="0" clrIdx="179"/>
  <p:cmAuthor id="181" name="liupeng" initials="" lastIdx="0" clrIdx="180"/>
  <p:cmAuthor id="182" name="陈尚文" initials="陈" lastIdx="0" clrIdx="181"/>
  <p:cmAuthor id="183" name="未知用户66" initials="" lastIdx="0" clrIdx="182"/>
  <p:cmAuthor id="184" name="张宏伟" initials="张" lastIdx="0" clrIdx="183"/>
  <p:cmAuthor id="185" name="周宏達JerryChou" initials="" lastIdx="0" clrIdx="184"/>
  <p:cmAuthor id="186" name="Yuan Hu" initials="Y" lastIdx="0" clrIdx="185"/>
  <p:cmAuthor id="187" name="未知的使用者56" initials="" lastIdx="0" clrIdx="186"/>
  <p:cmAuthor id="188" name="Pei" initials="P" lastIdx="0" clrIdx="187"/>
  <p:cmAuthor id="189" name="未知的使用者9" initials="" lastIdx="0" clrIdx="188"/>
  <p:cmAuthor id="190" name="Ying Li" initials="Y" lastIdx="0" clrIdx="189"/>
  <p:cmAuthor id="191" name="未知用户62" initials="" lastIdx="0" clrIdx="190"/>
  <p:cmAuthor id="192" name="李威" initials="李" lastIdx="0" clrIdx="191"/>
  <p:cmAuthor id="193" name="yuanzh" initials="" lastIdx="0" clrIdx="192"/>
  <p:cmAuthor id="194" name="范作霖" initials="范" lastIdx="0" clrIdx="193"/>
  <p:cmAuthor id="195" name="ztolei@163.com" initials="z" lastIdx="0" clrIdx="194"/>
  <p:cmAuthor id="196" name="李百秋" initials="李" lastIdx="0" clrIdx="195"/>
  <p:cmAuthor id="197" name="Windows 用户" initials="" lastIdx="0" clrIdx="196"/>
  <p:cmAuthor id="198" name="张立鑫" initials="张" lastIdx="0" clrIdx="197"/>
  <p:cmAuthor id="199" name="焱恺 彭" initials="焱" lastIdx="0" clrIdx="198"/>
  <p:cmAuthor id="200" name="杨静" initials="杨" lastIdx="0" clrIdx="199"/>
  <p:cmAuthor id="201" name="未知的使用者80" initials="未" lastIdx="0" clrIdx="200"/>
  <p:cmAuthor id="202" name="包珊珊" initials="包" lastIdx="0" clrIdx="201"/>
  <p:cmAuthor id="203" name="刘晓杨" initials="刘" lastIdx="0" clrIdx="202"/>
  <p:cmAuthor id="204" name="YuQing" initials="Y" lastIdx="0" clrIdx="203"/>
  <p:cmAuthor id="205" name="chensiyuan" initials="c" lastIdx="0" clrIdx="204"/>
  <p:cmAuthor id="206" name="黄炜" initials="黄" lastIdx="0" clrIdx="205"/>
  <p:cmAuthor id="207" name="Youwen Sun" initials="Y" lastIdx="0" clrIdx="206"/>
  <p:cmAuthor id="208" name="zhanglanxin" initials="z" lastIdx="0" clrIdx="207"/>
  <p:cmAuthor id="209" name="Microsoft 帐户" initials="M" lastIdx="0" clrIdx="208"/>
  <p:cmAuthor id="210" name="lingc" initials="l" lastIdx="0" clrIdx="209"/>
  <p:cmAuthor id="211" name="�ǲ�����" initials="�" lastIdx="0" clrIdx="210"/>
  <p:cmAuthor id="212" name="dande" initials="d" lastIdx="0" clrIdx="211"/>
  <p:cmAuthor id="213" name="牛宏民" initials="牛" lastIdx="0" clrIdx="212"/>
  <p:cmAuthor id="214" name="Cecilia" initials="C" lastIdx="0" clrIdx="213"/>
  <p:cmAuthor id="215" name="未知的使用者16" initials="" lastIdx="0" clrIdx="214"/>
  <p:cmAuthor id="216" name="xueyan" initials="x" lastIdx="0" clrIdx="215"/>
  <p:cmAuthor id="217" name="陈聪" initials="陈" lastIdx="0" clrIdx="216"/>
  <p:cmAuthor id="218" name="毛香勤" initials="毛" lastIdx="0" clrIdx="217"/>
  <p:cmAuthor id="219" name="ZF" initials="ZF" lastIdx="0" clrIdx="218"/>
  <p:cmAuthor id="220" name="dadi" initials="d" lastIdx="0" clrIdx="219"/>
  <p:cmAuthor id="221" name="周芳|zhoufang" initials="周芳" lastIdx="0" clrIdx="220"/>
  <p:cmAuthor id="222" name="郑廷东" initials="郑" lastIdx="0" clrIdx="221"/>
  <p:cmAuthor id="223" name="wangxinran" initials="w" lastIdx="0" clrIdx="222"/>
  <p:cmAuthor id="224" name="张田田" initials="张" lastIdx="0" clrIdx="223"/>
  <p:cmAuthor id="225" name="86139" initials="8" lastIdx="0" clrIdx="224"/>
  <p:cmAuthor id="226" name="杨彦伟" initials="杨" lastIdx="0" clrIdx="225"/>
  <p:cmAuthor id="227" name="未知用户113" initials="未" lastIdx="0" clrIdx="226"/>
  <p:cmAuthor id="228" name="徐光宇" initials="徐" lastIdx="0" clrIdx="227"/>
  <p:cmAuthor id="229" name="simon" initials="s" lastIdx="0" clrIdx="228"/>
  <p:cmAuthor id="230" name="mac" initials="m" lastIdx="0" clrIdx="229"/>
  <p:cmAuthor id="231" name="mzj" initials="m" lastIdx="0" clrIdx="230"/>
  <p:cmAuthor id="232" name="刘豹" initials="刘" lastIdx="0" clrIdx="231"/>
  <p:cmAuthor id="233" name="victoryxs" initials="v" lastIdx="0" clrIdx="232"/>
  <p:cmAuthor id="234" name="张艳芳" initials="张" lastIdx="0" clrIdx="233"/>
  <p:cmAuthor id="235" name="lcy" initials="l" lastIdx="0" clrIdx="234"/>
  <p:cmAuthor id="236" name="王志刚" initials="王" lastIdx="0" clrIdx="235"/>
  <p:cmAuthor id="237" name="黄薇（IT）" initials="l" lastIdx="0" clrIdx="236"/>
  <p:cmAuthor id="238" name="孙大威" initials="孙" lastIdx="0" clrIdx="237"/>
  <p:cmAuthor id="239" name="jijinpeng@hq.cmcc" initials="j" lastIdx="0" clrIdx="238"/>
  <p:cmAuthor id="240" name="徐杰" initials="徐" lastIdx="0" clrIdx="239"/>
  <p:cmAuthor id="241" name="Randolph" initials="R" lastIdx="0" clrIdx="240"/>
  <p:cmAuthor id="242" name="席美娟" initials="席" lastIdx="0" clrIdx="241"/>
  <p:cmAuthor id="243" name="yangjianhe1" initials="y" lastIdx="0" clrIdx="242"/>
  <p:cmAuthor id="244" name="朱海平" initials="朱" lastIdx="0" clrIdx="243"/>
  <p:cmAuthor id="245" name="tc_tjc" initials="t" lastIdx="0" clrIdx="244"/>
  <p:cmAuthor id="246" name="王景红" initials="王" lastIdx="0" clrIdx="245"/>
  <p:cmAuthor id="247" name="张徐" initials="张" lastIdx="0" clrIdx="246"/>
  <p:cmAuthor id="248" name="席金煜" initials="席" lastIdx="0" clrIdx="247"/>
  <p:cmAuthor id="249" name="Unknown User25" initials="U" lastIdx="0" clrIdx="248"/>
  <p:cmAuthor id="250" name="樊佳佳" initials="樊" lastIdx="0" clrIdx="249"/>
  <p:cmAuthor id="251" name="未知用户162" initials="未知用户162" lastIdx="0" clrIdx="250"/>
  <p:cmAuthor id="252" name="fgx" initials="f" lastIdx="0" clrIdx="251"/>
  <p:cmAuthor id="253" name="針對所選的門市進行小範圍實驗，捕捉驅動績效的關鍵影響因子" initials="針" lastIdx="0" clrIdx="252"/>
  <p:cmAuthor id="254" name="郑汝鸿" initials="郑" lastIdx="0" clrIdx="253"/>
  <p:cmAuthor id="255" name="James" initials="J" lastIdx="0" clrIdx="254"/>
  <p:cmAuthor id="256" name="杨秀丰" initials="杨" lastIdx="0" clrIdx="255"/>
  <p:cmAuthor id="257" name="huqx" initials="h" lastIdx="0" clrIdx="256"/>
  <p:cmAuthor id="258" name="惠莲" initials="惠" lastIdx="0" clrIdx="257"/>
  <p:cmAuthor id="259" name="ma yanru" initials="my" lastIdx="0" clrIdx="258"/>
  <p:cmAuthor id="260" name="邢辰凤" initials="邢" lastIdx="0" clrIdx="259"/>
  <p:cmAuthor id="261" name="YaoChunfen" initials="Y" lastIdx="0" clrIdx="260"/>
  <p:cmAuthor id="262" name="liang ma" initials="l" lastIdx="0" clrIdx="261"/>
  <p:cmAuthor id="263" name="cheng" initials="c" lastIdx="0" clrIdx="262"/>
  <p:cmAuthor id="264" name="高永刚" initials="高" lastIdx="0" clrIdx="263"/>
  <p:cmAuthor id="265" name="未知用户165" initials="未知用户165" lastIdx="0" clrIdx="264"/>
  <p:cmAuthor id="266" name="未知用户46" initials="未" lastIdx="0" clrIdx="265"/>
  <p:cmAuthor id="267" name="未知用户202" initials="未" lastIdx="0" clrIdx="266"/>
  <p:cmAuthor id="268" name="未知用户47" initials="未" lastIdx="0" clrIdx="267"/>
  <p:cmAuthor id="269" name="未知用户205" initials="未" lastIdx="0" clrIdx="268"/>
  <p:cmAuthor id="270" name="未知用户42" initials="未" lastIdx="0" clrIdx="269"/>
  <p:cmAuthor id="271" name="Unknown User11" initials="U" lastIdx="0" clrIdx="270"/>
  <p:cmAuthor id="272" name="未知用户43" initials="未" lastIdx="0" clrIdx="271"/>
  <p:cmAuthor id="273" name="Unknown User112" initials="U" lastIdx="0" clrIdx="272"/>
  <p:cmAuthor id="274" name="未知用户48" initials="未" lastIdx="0" clrIdx="273"/>
  <p:cmAuthor id="275" name="Unknown User59" initials="U" lastIdx="0" clrIdx="274"/>
  <p:cmAuthor id="276" name="未知用户49" initials="未" lastIdx="0" clrIdx="275"/>
  <p:cmAuthor id="277" name="王 钰" initials="王" lastIdx="0" clrIdx="276"/>
  <p:cmAuthor id="278" name="未知用户50" initials="未" lastIdx="0" clrIdx="277"/>
  <p:cmAuthor id="279" name="ShanQiu LH" initials="SL" lastIdx="0" clrIdx="278"/>
  <p:cmAuthor id="280" name="未知用户51" initials="未" lastIdx="0" clrIdx="279"/>
  <p:cmAuthor id="281" name="zheng kedan" initials="zk" lastIdx="0" clrIdx="280"/>
  <p:cmAuthor id="282" name="未知用户52" initials="未" lastIdx="0" clrIdx="281"/>
  <p:cmAuthor id="283" name="未知用户36" initials="未" lastIdx="0" clrIdx="282"/>
  <p:cmAuthor id="284" name="未知用户53" initials="未" lastIdx="0" clrIdx="283"/>
  <p:cmAuthor id="285" name="WANGZF" initials="W" lastIdx="0" clrIdx="284"/>
  <p:cmAuthor id="286" name="未知用户54" initials="未" lastIdx="0" clrIdx="285"/>
  <p:cmAuthor id="287" name="Unknown User68" initials="U" lastIdx="0" clrIdx="286"/>
  <p:cmAuthor id="288" name="未知用户55" initials="未" lastIdx="0" clrIdx="287"/>
  <p:cmAuthor id="289" name="未知用户11" initials="未" lastIdx="0" clrIdx="288"/>
  <p:cmAuthor id="290" name="未知用户56" initials="未" lastIdx="0" clrIdx="289"/>
  <p:cmAuthor id="291" name="Ohayolanda" initials="O" lastIdx="0" clrIdx="290"/>
  <p:cmAuthor id="292" name="未知用户57" initials="未" lastIdx="0" clrIdx="291"/>
  <p:cmAuthor id="293" name="王 刚" initials="王" lastIdx="0" clrIdx="292"/>
  <p:cmAuthor id="294" name="未知用户58" initials="未" lastIdx="0" clrIdx="293"/>
  <p:cmAuthor id="295" name="41586" initials="4" lastIdx="0" clrIdx="294"/>
  <p:cmAuthor id="296" name="未知用户59" initials="未" lastIdx="0" clrIdx="295"/>
  <p:cmAuthor id="297" name="WKL" initials="W" lastIdx="0" clrIdx="296"/>
  <p:cmAuthor id="298" name="光启" initials="光" lastIdx="0" clrIdx="297"/>
  <p:cmAuthor id="299" name="alexw" initials="a" lastIdx="0" clrIdx="298"/>
  <p:cmAuthor id="300" name="糕酥...●—●" initials="糕" lastIdx="0" clrIdx="299"/>
  <p:cmAuthor id="301" name="刁航宇" initials="刁" lastIdx="0" clrIdx="300"/>
  <p:cmAuthor id="302" name="Well Li" initials="W" lastIdx="0" clrIdx="301"/>
  <p:cmAuthor id="303" name="侯雪飞" initials="侯" lastIdx="0" clrIdx="302"/>
  <p:cmAuthor id="304" name="太海峰" initials="太" lastIdx="0" clrIdx="303"/>
  <p:cmAuthor id="305" name="SF" initials="S" lastIdx="0" clrIdx="304"/>
  <p:cmAuthor id="306" name="不明使用者57" initials="" lastIdx="0" clrIdx="305"/>
  <p:cmAuthor id="307" name="任俊宣" initials="任" lastIdx="0" clrIdx="306"/>
  <p:cmAuthor id="308" name="未知用户108" initials="" lastIdx="0" clrIdx="307"/>
  <p:cmAuthor id="309" name="sammi" initials="s" lastIdx="0" clrIdx="308"/>
  <p:cmAuthor id="310" name="未知的使用者110" initials="" lastIdx="0" clrIdx="309"/>
  <p:cmAuthor id="311" name="未知用户189" initials="未" lastIdx="0" clrIdx="310"/>
  <p:cmAuthor id="312" name="赵永成" initials="赵" lastIdx="0" clrIdx="311"/>
  <p:cmAuthor id="313" name="苏建冲" initials="c" lastIdx="0" clrIdx="312"/>
  <p:cmAuthor id="314" name="孙 笑庆" initials="孙" lastIdx="0" clrIdx="313"/>
  <p:cmAuthor id="315" name="未知用户12" initials="未" lastIdx="0" clrIdx="314"/>
  <p:cmAuthor id="316" name="11794" initials="1" lastIdx="0" clrIdx="315"/>
  <p:cmAuthor id="317" name="王叶烨" initials="王" lastIdx="0" clrIdx="316"/>
  <p:cmAuthor id="318" name="hmwang" initials="dsc" lastIdx="0" clrIdx="317"/>
  <p:cmAuthor id="319" name="未知用户81" initials="" lastIdx="0" clrIdx="318"/>
  <p:cmAuthor id="320" name="allnu" initials="a" lastIdx="0" clrIdx="319"/>
  <p:cmAuthor id="321" name="未知用户115" initials="" lastIdx="0" clrIdx="320"/>
  <p:cmAuthor id="322" name="未知的使用者137" initials="未" lastIdx="0" clrIdx="321"/>
  <p:cmAuthor id="323" name="朱小明" initials="朱" lastIdx="0" clrIdx="322"/>
  <p:cmAuthor id="324" name="heweia@digiwin.com" initials="h" lastIdx="0" clrIdx="323"/>
  <p:cmAuthor id="325" name="未知的使用者68" initials="" lastIdx="0" clrIdx="324"/>
  <p:cmAuthor id="326" name="ZSX" initials="TP" lastIdx="0" clrIdx="325"/>
  <p:cmAuthor id="327" name="曾蓓/贝贝" initials="曾" lastIdx="0" clrIdx="326"/>
  <p:cmAuthor id="328" name="CMIC" initials="C" lastIdx="0" clrIdx="327"/>
  <p:cmAuthor id="329" name="MM" initials="M" lastIdx="0" clrIdx="328"/>
  <p:cmAuthor id="330" name="未知的使用者31" initials="未" lastIdx="0" clrIdx="329"/>
  <p:cmAuthor id="331" name="Qungang Liu" initials="QL" lastIdx="0" clrIdx="330"/>
  <p:cmAuthor id="332" name="朱晓瑜" initials="" lastIdx="0" clrIdx="331"/>
  <p:cmAuthor id="333" name="未知用户220" initials="未" lastIdx="0" clrIdx="332"/>
  <p:cmAuthor id="334" name="不明使用者20" initials="" lastIdx="0" clrIdx="333"/>
  <p:cmAuthor id="335" name="super" initials="s" lastIdx="0" clrIdx="334"/>
  <p:cmAuthor id="336" name="未知用户82" initials="" lastIdx="0" clrIdx="335"/>
  <p:cmAuthor id="337" name="zhuzy" initials="z" lastIdx="0" clrIdx="336"/>
  <p:cmAuthor id="338" name="未知的使用者7" initials="" lastIdx="0" clrIdx="337"/>
  <p:cmAuthor id="339" name="方婷婷" initials="方" lastIdx="0" clrIdx="338"/>
  <p:cmAuthor id="340" name="mm" initials="m" lastIdx="0" clrIdx="339"/>
  <p:cmAuthor id="341" name="未知用户313" initials="未" lastIdx="0" clrIdx="340"/>
  <p:cmAuthor id="342" name="王小文" initials="王" lastIdx="0" clrIdx="341"/>
  <p:cmAuthor id="343" name="未知的使用者55" initials="" lastIdx="0" clrIdx="342"/>
  <p:cmAuthor id="344" name="HAUWEI" initials="H" lastIdx="0" clrIdx="343"/>
  <p:cmAuthor id="345" name="未知的使用者111" initials="" lastIdx="0" clrIdx="344"/>
  <p:cmAuthor id="346" name="未知用户320" initials="未" lastIdx="0" clrIdx="345"/>
  <p:cmAuthor id="347" name="未知的使用者50" initials="" lastIdx="0" clrIdx="346"/>
  <p:cmAuthor id="348" name="FanJQ" initials="F" lastIdx="0" clrIdx="347"/>
  <p:cmAuthor id="349" name="未知的使用者11" initials="" lastIdx="0" clrIdx="348"/>
  <p:cmAuthor id="350" name="未知用户161" initials="未" lastIdx="0" clrIdx="349"/>
  <p:cmAuthor id="351" name="未知的使用者73" initials="未" lastIdx="0" clrIdx="350"/>
  <p:cmAuthor id="352" name="未知的使用者81" initials="未" lastIdx="0" clrIdx="351"/>
  <p:cmAuthor id="353" name="未知用户106" initials="未" lastIdx="0" clrIdx="352"/>
  <p:cmAuthor id="354" name="未知用户327" initials="未" lastIdx="0" clrIdx="353"/>
  <p:cmAuthor id="355" name="未知用户116" initials="" lastIdx="0" clrIdx="354"/>
  <p:cmAuthor id="356" name="未知用户323" initials="未" lastIdx="0" clrIdx="355"/>
  <p:cmAuthor id="357" name="未知的使用者150" initials="未" lastIdx="0" clrIdx="356"/>
  <p:cmAuthor id="358" name="未知用户300" initials="未" lastIdx="0" clrIdx="357"/>
  <p:cmAuthor id="359" name="郭强" initials="郭" lastIdx="0" clrIdx="358"/>
  <p:cmAuthor id="360" name="未知的使用者69" initials="" lastIdx="0" clrIdx="359"/>
  <p:cmAuthor id="361" name="未知的使用者112" initials="" lastIdx="0" clrIdx="360"/>
  <p:cmAuthor id="362" name="未知用户183" initials="未知用户183" lastIdx="0" clrIdx="361"/>
  <p:cmAuthor id="363" name="郑悦" initials="h" lastIdx="0" clrIdx="362"/>
  <p:cmAuthor id="364" name="Kevin Hu" initials="" lastIdx="0" clrIdx="363"/>
  <p:cmAuthor id="365" name="程昱嘉" initials="c" lastIdx="0" clrIdx="364"/>
  <p:cmAuthor id="366" name="未知的使用者38" initials="" lastIdx="0" clrIdx="365"/>
  <p:cmAuthor id="367" name="郝菲菲" initials="郝" lastIdx="0" clrIdx="366"/>
  <p:cmAuthor id="368" name="唐可欣" initials="" lastIdx="0" clrIdx="367"/>
  <p:cmAuthor id="369" name="lenovo" initials="l" lastIdx="0" clrIdx="368"/>
  <p:cmAuthor id="370" name="未知的使用者8" initials="" lastIdx="0" clrIdx="369"/>
  <p:cmAuthor id="371" name="张彦" initials="张" lastIdx="0" clrIdx="370"/>
  <p:cmAuthor id="372" name="不明使用者56" initials="" lastIdx="0" clrIdx="371"/>
  <p:cmAuthor id="373" name="周辉" initials="周" lastIdx="0" clrIdx="372"/>
  <p:cmAuthor id="374" name="P00035_jeremy" initials="" lastIdx="0" clrIdx="373"/>
  <p:cmAuthor id="375" name="fanxi" initials="f" lastIdx="0" clrIdx="374"/>
  <p:cmAuthor id="376" name="Unknown User7" initials="" lastIdx="0" clrIdx="375"/>
  <p:cmAuthor id="377" name="y" initials="y" lastIdx="0" clrIdx="376"/>
  <p:cmAuthor id="378" name="muzi wei" initials="" lastIdx="0" clrIdx="377"/>
  <p:cmAuthor id="379" name="Vera" initials="V" lastIdx="0" clrIdx="378"/>
  <p:cmAuthor id="380" name="未知的使用者41" initials="" lastIdx="0" clrIdx="379"/>
  <p:cmAuthor id="381" name="未知的使用者13" initials="" lastIdx="0" clrIdx="380"/>
  <p:cmAuthor id="382" name="lixinran" initials="l" lastIdx="0" clrIdx="381"/>
  <p:cmAuthor id="383" name="djj" initials="" lastIdx="0" clrIdx="382"/>
  <p:cmAuthor id="384" name="liu mingyu" initials="lm" lastIdx="0" clrIdx="383"/>
  <p:cmAuthor id="385" name="未知用户117" initials="" lastIdx="0" clrIdx="384"/>
  <p:cmAuthor id="386" name="ytyan" initials="y" lastIdx="0" clrIdx="385"/>
  <p:cmAuthor id="387" name="shinin" initials="s" lastIdx="0" clrIdx="386"/>
  <p:cmAuthor id="388" name="ZJK" initials="Z" lastIdx="0" clrIdx="387"/>
  <p:cmAuthor id="389" name="未知用户13" initials="" lastIdx="0" clrIdx="388"/>
  <p:cmAuthor id="390" name="刘兴" initials="liuxing@h" lastIdx="0" clrIdx="389"/>
  <p:cmAuthor id="391" name="不明使用者21" initials="" lastIdx="0" clrIdx="390"/>
  <p:cmAuthor id="392" name="Luckylinda" initials="L" lastIdx="0" clrIdx="391"/>
  <p:cmAuthor id="393" name="YUMINGNJ" initials="" lastIdx="0" clrIdx="392"/>
  <p:cmAuthor id="394" name="朱朱朱_EfIvmAF7" initials="authorId_236067973" lastIdx="0" clrIdx="393"/>
  <p:cmAuthor id="395" name="未知的使用者52" initials="" lastIdx="0" clrIdx="394"/>
  <p:cmAuthor id="396" name="未知用户109" initials="" lastIdx="0" clrIdx="395"/>
  <p:cmAuthor id="397" name="Unknown User117" initials="U" lastIdx="0" clrIdx="396"/>
  <p:cmAuthor id="398" name="thomas" initials="" lastIdx="0" clrIdx="397"/>
  <p:cmAuthor id="399" name="未知的使用者3" initials="" lastIdx="0" clrIdx="398"/>
  <p:cmAuthor id="400" name="于浣" initials="于" lastIdx="0" clrIdx="399"/>
  <p:cmAuthor id="401" name="ProMedican" initials="P" lastIdx="0" clrIdx="400"/>
  <p:cmAuthor id="402" name="Unknown User65" initials="U" lastIdx="0" clrIdx="401"/>
  <p:cmAuthor id="403" name="未知用户98" initials="" lastIdx="0" clrIdx="402"/>
  <p:cmAuthor id="404" name="Unknown User67" initials="U" lastIdx="0" clrIdx="403"/>
  <p:cmAuthor id="405" name="未知用户83" initials="" lastIdx="0" clrIdx="404"/>
  <p:cmAuthor id="406" name="未知用户61" initials="" lastIdx="0" clrIdx="405"/>
  <p:cmAuthor id="407" name="張秀娟" initials="" lastIdx="0" clrIdx="406"/>
  <p:cmAuthor id="408" name="Jason Wang" initials="" lastIdx="0" clrIdx="407"/>
  <p:cmAuthor id="409" name="不明使用者18" initials="" lastIdx="0" clrIdx="408"/>
  <p:cmAuthor id="410" name="AbuSina" initials="A" lastIdx="0" clrIdx="409"/>
  <p:cmAuthor id="411" name="未知的使用者72" initials="" lastIdx="0" clrIdx="410"/>
  <p:cmAuthor id="412" name="未知的使用者48" initials="" lastIdx="0" clrIdx="411"/>
  <p:cmAuthor id="413" name="未知的使用者104" initials="" lastIdx="0" clrIdx="412"/>
  <p:cmAuthor id="414" name="未知用户60" initials="" lastIdx="0" clrIdx="413"/>
  <p:cmAuthor id="415" name="未知的使用者39" initials="未" lastIdx="0" clrIdx="414"/>
  <p:cmAuthor id="416" name="Shawna Strickland" initials="" lastIdx="0" clrIdx="415"/>
  <p:cmAuthor id="417" name="未知的使用者36" initials="" lastIdx="0" clrIdx="416"/>
  <p:cmAuthor id="418" name="Yukun Zhang" initials="Y" lastIdx="0" clrIdx="417"/>
  <p:cmAuthor id="419" name="Daniel Wuu" initials="" lastIdx="0" clrIdx="418"/>
  <p:cmAuthor id="420" name="黄 俊楠" initials="黄" lastIdx="0" clrIdx="419"/>
  <p:cmAuthor id="421" name="未知的使用者14" initials="" lastIdx="0" clrIdx="420"/>
  <p:cmAuthor id="422" name="云峰 贾" initials="云" lastIdx="0" clrIdx="421"/>
  <p:cmAuthor id="423" name="未知的使用者22" initials="未" lastIdx="0" clrIdx="422"/>
  <p:cmAuthor id="424" name="Ashley Eberenz" initials="" lastIdx="0" clrIdx="423"/>
  <p:cmAuthor id="425" name="不明使用者19" initials="" lastIdx="0" clrIdx="424"/>
  <p:cmAuthor id="426" name="qiantong" initials="" lastIdx="0" clrIdx="425"/>
  <p:cmAuthor id="427" name="未知的使用者74" initials="" lastIdx="0" clrIdx="426"/>
  <p:cmAuthor id="428" name="未知的使用者23" initials="" lastIdx="0" clrIdx="427"/>
  <p:cmAuthor id="429" name="未知的使用者1" initials="" lastIdx="0" clrIdx="428"/>
  <p:cmAuthor id="430" name="116304" initials="" lastIdx="0" clrIdx="429"/>
  <p:cmAuthor id="431" name="未知用户31" initials="未" lastIdx="0" clrIdx="430"/>
  <p:cmAuthor id="432" name="R affer" initials="" lastIdx="0" clrIdx="431"/>
  <p:cmAuthor id="433" name="qihua-DCMS" initials="" lastIdx="0" clrIdx="432"/>
  <p:cmAuthor id="434" name="未知的使用者26" initials="未" lastIdx="0" clrIdx="433"/>
  <p:cmAuthor id="435" name="未知的使用者95" initials="" lastIdx="0" clrIdx="434"/>
  <p:cmAuthor id="436" name="未知的使用者32" initials="" lastIdx="0" clrIdx="435"/>
  <p:cmAuthor id="437" name="未知的使用者49" initials="" lastIdx="0" clrIdx="436"/>
  <p:cmAuthor id="438" name="Unknown User26" initials="U" lastIdx="0" clrIdx="437"/>
  <p:cmAuthor id="439" name="yuexuejun" initials="" lastIdx="0" clrIdx="438"/>
  <p:cmAuthor id="440" name="未知的使用者71" initials="" lastIdx="0" clrIdx="439"/>
  <p:cmAuthor id="441" name="未知的使用者105" initials="" lastIdx="0" clrIdx="440"/>
  <p:cmAuthor id="442" name="Unknown User70" initials="" lastIdx="0" clrIdx="441"/>
  <p:cmAuthor id="443" name="clinchen" initials="" lastIdx="0" clrIdx="442"/>
  <p:cmAuthor id="444" name="韩冰" initials="韩" lastIdx="0" clrIdx="443"/>
  <p:cmAuthor id="445" name="hanjuncompany" initials="" lastIdx="0" clrIdx="444"/>
  <p:cmAuthor id="446" name="kathy chen" initials="" lastIdx="0" clrIdx="445"/>
  <p:cmAuthor id="447" name="未知的使用者63" initials="" lastIdx="0" clrIdx="446"/>
  <p:cmAuthor id="448" name="未知的使用者64" initials="" lastIdx="0" clrIdx="447"/>
  <p:cmAuthor id="449" name="未知的使用者47" initials="" lastIdx="0" clrIdx="448"/>
  <p:cmAuthor id="450" name="未知的使用者60" initials="" lastIdx="0" clrIdx="449"/>
  <p:cmAuthor id="451" name="未知的使用者59" initials="" lastIdx="0" clrIdx="450"/>
  <p:cmAuthor id="452" name="未知的使用者54" initials="" lastIdx="0" clrIdx="451"/>
  <p:cmAuthor id="453" name="未知的使用者66" initials="" lastIdx="0" clrIdx="452"/>
  <p:cmAuthor id="454" name="未知的使用者65" initials="" lastIdx="0" clrIdx="453"/>
  <p:cmAuthor id="455" name="未知的使用者106" initials="" lastIdx="0" clrIdx="454"/>
  <p:cmAuthor id="456" name="未知的使用者107" initials="" lastIdx="0" clrIdx="455"/>
  <p:cmAuthor id="457" name="未知的使用者108" initials="" lastIdx="0" clrIdx="456"/>
  <p:cmAuthor id="458" name="未知的使用者86" initials="" lastIdx="0" clrIdx="457"/>
  <p:cmAuthor id="459" name="未知的使用者116" initials="" lastIdx="0" clrIdx="458"/>
  <p:cmAuthor id="460" name="未知的使用者44" initials="" lastIdx="0" clrIdx="459"/>
  <p:cmAuthor id="461" name="未知的使用者37" initials="" lastIdx="0" clrIdx="460"/>
  <p:cmAuthor id="462" name="J0" initials="J" lastIdx="0" clrIdx="461"/>
  <p:cmAuthor id="463" name="未知的使用者126" initials="" lastIdx="0" clrIdx="462"/>
  <p:cmAuthor id="464" name="未知的使用者127" initials="" lastIdx="0" clrIdx="463"/>
  <p:cmAuthor id="465" name="未知的使用者128" initials="" lastIdx="0" clrIdx="464"/>
  <p:cmAuthor id="466" name="未知的使用者124" initials="" lastIdx="0" clrIdx="465"/>
  <p:cmAuthor id="467" name="未知的使用者125" initials="" lastIdx="0" clrIdx="466"/>
  <p:cmAuthor id="468" name="Sara Chen" initials="" lastIdx="0" clrIdx="467"/>
  <p:cmAuthor id="469" name="huang gerrard" initials="" lastIdx="0" clrIdx="468"/>
  <p:cmAuthor id="470" name="未知用户170" initials="" lastIdx="0" clrIdx="469"/>
  <p:cmAuthor id="471" name="未知用户171" initials="" lastIdx="0" clrIdx="470"/>
  <p:cmAuthor id="472" name="未知用户172" initials="" lastIdx="0" clrIdx="471"/>
  <p:cmAuthor id="473" name="未知用户173" initials="" lastIdx="0" clrIdx="472"/>
  <p:cmAuthor id="474" name="未知用户149" initials="" lastIdx="0" clrIdx="473"/>
  <p:cmAuthor id="475" name="Frank" initials="F" lastIdx="0" clrIdx="474"/>
  <p:cmAuthor id="476" name="未知用户150" initials="" lastIdx="0" clrIdx="475"/>
  <p:cmAuthor id="477" name="未知用户151" initials="" lastIdx="0" clrIdx="476"/>
  <p:cmAuthor id="478" name="未知用户152" initials="" lastIdx="0" clrIdx="477"/>
  <p:cmAuthor id="479" name="未知用户153" initials="" lastIdx="0" clrIdx="478"/>
  <p:cmAuthor id="480" name="未知用户154" initials="" lastIdx="0" clrIdx="479"/>
  <p:cmAuthor id="481" name="未知用户155" initials="" lastIdx="0" clrIdx="480"/>
  <p:cmAuthor id="482" name="未知用户41" initials="" lastIdx="0" clrIdx="481"/>
  <p:cmAuthor id="483" name="未知用户44" initials="" lastIdx="0" clrIdx="482"/>
  <p:cmAuthor id="484" name="未知用户45" initials="" lastIdx="0" clrIdx="483"/>
  <p:cmAuthor id="485" name="未知用户156" initials="" lastIdx="0" clrIdx="484"/>
  <p:cmAuthor id="486" name="未知用户64" initials="" lastIdx="0" clrIdx="485"/>
  <p:cmAuthor id="487" name="未知用户65" initials="" lastIdx="0" clrIdx="486"/>
  <p:cmAuthor id="488" name="未知用户68" initials="" lastIdx="0" clrIdx="487"/>
  <p:cmAuthor id="489" name="未知用户69" initials="" lastIdx="0" clrIdx="488"/>
  <p:cmAuthor id="490" name="未知用户70" initials="" lastIdx="0" clrIdx="489"/>
  <p:cmAuthor id="491" name="未知用户71" initials="" lastIdx="0" clrIdx="490"/>
  <p:cmAuthor id="492" name="未知用户72" initials="" lastIdx="0" clrIdx="491"/>
  <p:cmAuthor id="493" name="未知用户73" initials="" lastIdx="0" clrIdx="492"/>
  <p:cmAuthor id="494" name="15719214165@163.com" initials="1" lastIdx="0" clrIdx="493"/>
  <p:cmAuthor id="495" name="MA15" initials="" lastIdx="0" clrIdx="494"/>
  <p:cmAuthor id="496" name="未知用户96" initials="" lastIdx="0" clrIdx="495"/>
  <p:cmAuthor id="497" name="徐琳00159163" initials="徐" lastIdx="0" clrIdx="496"/>
  <p:cmAuthor id="498" name="未知用户97" initials="" lastIdx="0" clrIdx="497"/>
  <p:cmAuthor id="499" name="未知用户40" initials="" lastIdx="0" clrIdx="498"/>
  <p:cmAuthor id="500" name="86183" initials="8" lastIdx="0" clrIdx="499"/>
  <p:cmAuthor id="501" name="未知用户100" initials="" lastIdx="0" clrIdx="500"/>
  <p:cmAuthor id="502" name="未知用户101" initials="" lastIdx="0" clrIdx="501"/>
  <p:cmAuthor id="503" name="zhanglijie" initials="z" lastIdx="0" clrIdx="502"/>
  <p:cmAuthor id="504" name="l" initials="l" lastIdx="0" clrIdx="503"/>
  <p:cmAuthor id="505" name="未知用户32" initials="" lastIdx="0" clrIdx="504"/>
  <p:cmAuthor id="506" name="未知用户33" initials="" lastIdx="0" clrIdx="505"/>
  <p:cmAuthor id="507" name="未知用户34" initials="" lastIdx="0" clrIdx="506"/>
  <p:cmAuthor id="508" name="沈燕芬|shenyanfen" initials="沈" lastIdx="0" clrIdx="507"/>
  <p:cmAuthor id="509" name="未知的使用者109" initials="" lastIdx="0" clrIdx="508"/>
  <p:cmAuthor id="510" name="未知的使用者122" initials="" lastIdx="0" clrIdx="509"/>
  <p:cmAuthor id="511" name="未知的使用者123" initials="" lastIdx="0" clrIdx="510"/>
  <p:cmAuthor id="512" name="未知用户93" initials="" lastIdx="0" clrIdx="511"/>
  <p:cmAuthor id="513" name="未知用户90" initials="" lastIdx="0" clrIdx="512"/>
  <p:cmAuthor id="514" name="未知用户91" initials="" lastIdx="0" clrIdx="513"/>
  <p:cmAuthor id="515" name="未知用户92" initials="" lastIdx="0" clrIdx="514"/>
  <p:cmAuthor id="516" name="未知用户74" initials="" lastIdx="0" clrIdx="515"/>
  <p:cmAuthor id="517" name="未知用户75" initials="" lastIdx="0" clrIdx="516"/>
  <p:cmAuthor id="518" name="未知用户76" initials="" lastIdx="0" clrIdx="517"/>
  <p:cmAuthor id="519" name="未知用户77" initials="" lastIdx="0" clrIdx="518"/>
  <p:cmAuthor id="520" name="未知用户78" initials="" lastIdx="0" clrIdx="519"/>
  <p:cmAuthor id="521" name="未知用户79" initials="" lastIdx="0" clrIdx="520"/>
  <p:cmAuthor id="522" name="Daigy" initials="D" lastIdx="0" clrIdx="521"/>
  <p:cmAuthor id="523" name="未知用户80" initials="" lastIdx="0" clrIdx="522"/>
  <p:cmAuthor id="524" name="Harry xu" initials="" lastIdx="0" clrIdx="523"/>
  <p:cmAuthor id="525" name="张志云" initials="张" lastIdx="0" clrIdx="524"/>
  <p:cmAuthor id="526" name="未知用户35" initials="未" lastIdx="0" clrIdx="525"/>
  <p:cmAuthor id="527" name="未知用户111" initials="未" lastIdx="0" clrIdx="526"/>
  <p:cmAuthor id="528" name="le" initials="l" lastIdx="0" clrIdx="527"/>
  <p:cmAuthor id="529" name="10099398" initials="1" lastIdx="0" clrIdx="528"/>
  <p:cmAuthor id="530" name="杨柳" initials="柳" lastIdx="0" clrIdx="529"/>
  <p:cmAuthor id="531" name="10090896" initials="1" lastIdx="0" clrIdx="530"/>
  <p:cmAuthor id="532" name="未知的使用者75" initials="未" lastIdx="0" clrIdx="531"/>
  <p:cmAuthor id="533" name="未知的使用者77" initials="未" lastIdx="0" clrIdx="532"/>
  <p:cmAuthor id="534" name="未知的使用者78" initials="未" lastIdx="0" clrIdx="533"/>
  <p:cmAuthor id="535" name="49261" initials="4" lastIdx="0" clrIdx="534"/>
  <p:cmAuthor id="536" name="KZY" initials="K" lastIdx="0" clrIdx="535"/>
  <p:cmAuthor id="537" name="未知的使用者82" initials="未" lastIdx="0" clrIdx="536"/>
  <p:cmAuthor id="538" name="梁叶欢" initials="梁" lastIdx="0" clrIdx="537"/>
  <p:cmAuthor id="539" name="zhaoqi" initials="z" lastIdx="0" clrIdx="538"/>
  <p:cmAuthor id="540" name="zhoux" initials="z" lastIdx="0" clrIdx="539"/>
  <p:cmAuthor id="541" name="wuyanna" initials="w" lastIdx="0" clrIdx="540"/>
  <p:cmAuthor id="542" name="郝佳宁" initials="郝" lastIdx="0" clrIdx="541"/>
  <p:cmAuthor id="543" name="zhaoqian" initials="z" lastIdx="0" clrIdx="542"/>
  <p:cmAuthor id="544" name="Rita" initials="R" lastIdx="0" clrIdx="543"/>
  <p:cmAuthor id="545" name="张波" initials="张" lastIdx="0" clrIdx="544"/>
  <p:cmAuthor id="546" name="wangziran" initials="w" lastIdx="0" clrIdx="545"/>
  <p:cmAuthor id="547" name="fymyamin" initials="f" lastIdx="0" clrIdx="546"/>
  <p:cmAuthor id="548" name="macos" initials="m" lastIdx="0" clrIdx="547"/>
  <p:cmAuthor id="549" name="未知的使用者102" initials="未" lastIdx="0" clrIdx="548"/>
  <p:cmAuthor id="550" name="未知的使用者61" initials="未" lastIdx="0" clrIdx="549"/>
  <p:cmAuthor id="551" name="未知用户178" initials="未" lastIdx="0" clrIdx="550"/>
  <p:cmAuthor id="552" name="likeyu" initials="l" lastIdx="0" clrIdx="551"/>
  <p:cmAuthor id="553" name="未知用户186" initials="未" lastIdx="0" clrIdx="552"/>
  <p:cmAuthor id="554" name="未知的使用者169" initials="未" lastIdx="0" clrIdx="553"/>
  <p:cmAuthor id="555" name="刘浩" initials="刘" lastIdx="0" clrIdx="554"/>
  <p:cmAuthor id="556" name="未知的使用者183" initials="未" lastIdx="0" clrIdx="555"/>
  <p:cmAuthor id="557" name="Vivian Liu" initials="VL" lastIdx="0" clrIdx="556"/>
  <p:cmAuthor id="558" name="未知的使用者182" initials="未" lastIdx="0" clrIdx="557"/>
  <p:cmAuthor id="559" name="李 富岩" initials="李" lastIdx="0" clrIdx="558"/>
  <p:cmAuthor id="560" name="未知的使用者173" initials="未" lastIdx="0" clrIdx="559"/>
  <p:cmAuthor id="561" name="伟哥" initials="伟哥" lastIdx="0" clrIdx="560"/>
  <p:cmAuthor id="562" name="未知的使用者161" initials="未" lastIdx="0" clrIdx="561"/>
  <p:cmAuthor id="563" name="YY" initials="Y" lastIdx="0" clrIdx="562"/>
  <p:cmAuthor id="564" name="未知的使用者151" initials="未" lastIdx="0" clrIdx="563"/>
  <p:cmAuthor id="565" name="朗 月" initials="朗" lastIdx="0" clrIdx="564"/>
  <p:cmAuthor id="566" name="未知的使用者162" initials="未" lastIdx="0" clrIdx="565"/>
  <p:cmAuthor id="567" name="未知的使用者152" initials="未" lastIdx="0" clrIdx="566"/>
  <p:cmAuthor id="568" name="未知的使用者184" initials="未" lastIdx="0" clrIdx="567"/>
  <p:cmAuthor id="569" name="未知的使用者185" initials="未" lastIdx="0" clrIdx="568"/>
  <p:cmAuthor id="570" name="未知的使用者186" initials="未" lastIdx="0" clrIdx="569"/>
  <p:cmAuthor id="571" name="未知的使用者175" initials="未" lastIdx="0" clrIdx="570"/>
  <p:cmAuthor id="572" name="未知的使用者176" initials="未" lastIdx="0" clrIdx="571"/>
  <p:cmAuthor id="573" name="未知的使用者187" initials="未" lastIdx="0" clrIdx="572"/>
  <p:cmAuthor id="574" name="未知的使用者178" initials="未" lastIdx="0" clrIdx="573"/>
  <p:cmAuthor id="575" name="未知的使用者179" initials="未" lastIdx="0" clrIdx="574"/>
  <p:cmAuthor id="576" name="未知的使用者180" initials="未" lastIdx="0" clrIdx="575"/>
  <p:cmAuthor id="577" name="未知的使用者181" initials="未" lastIdx="0" clrIdx="576"/>
  <p:cmAuthor id="578" name="未知的使用者170" initials="未" lastIdx="0" clrIdx="577"/>
  <p:cmAuthor id="579" name="59314" initials="5" lastIdx="0" clrIdx="578"/>
  <p:cmAuthor id="580" name="zhouyangcheng" initials="z" lastIdx="0" clrIdx="579"/>
  <p:cmAuthor id="581" name="未知的使用者141" initials="未" lastIdx="0" clrIdx="580"/>
  <p:cmAuthor id="582" name="未知的使用者142" initials="未" lastIdx="0" clrIdx="581"/>
  <p:cmAuthor id="583" name="未知的使用者143" initials="未" lastIdx="0" clrIdx="582"/>
  <p:cmAuthor id="584" name="未知的使用者144" initials="未" lastIdx="0" clrIdx="583"/>
  <p:cmAuthor id="585" name="未知的使用者145" initials="未" lastIdx="0" clrIdx="584"/>
  <p:cmAuthor id="586" name="未知的使用者146" initials="未" lastIdx="0" clrIdx="585"/>
  <p:cmAuthor id="587" name="未知的使用者147" initials="未" lastIdx="0" clrIdx="586"/>
  <p:cmAuthor id="588" name="未知的使用者148" initials="未" lastIdx="0" clrIdx="587"/>
  <p:cmAuthor id="589" name="未知的使用者149" initials="未" lastIdx="0" clrIdx="588"/>
  <p:cmAuthor id="590" name="fengyuan03" initials="f" lastIdx="0" clrIdx="589"/>
  <p:cmAuthor id="591" name="未知用户138" initials="未" lastIdx="0" clrIdx="590"/>
  <p:cmAuthor id="592" name="未知用户130" initials="未" lastIdx="0" clrIdx="591"/>
  <p:cmAuthor id="593" name="未知用户131" initials="未" lastIdx="0" clrIdx="592"/>
  <p:cmAuthor id="594" name="未知用户132" initials="未" lastIdx="0" clrIdx="593"/>
  <p:cmAuthor id="595" name="未知用户133" initials="未" lastIdx="0" clrIdx="594"/>
  <p:cmAuthor id="596" name="未知用户134" initials="未" lastIdx="0" clrIdx="595"/>
  <p:cmAuthor id="597" name="未知用户135" initials="未" lastIdx="0" clrIdx="596"/>
  <p:cmAuthor id="598" name="未知用户137" initials="未" lastIdx="0" clrIdx="597"/>
  <p:cmAuthor id="599" name="俊呈 賴" initials="俊呈" lastIdx="0" clrIdx="598"/>
  <p:cmAuthor id="600" name="未知的使用者204" initials="未" lastIdx="0" clrIdx="599"/>
  <p:cmAuthor id="601" name="Yoyo Wu" initials="Y" lastIdx="0" clrIdx="600"/>
  <p:cmAuthor id="602" name="zhangbin" initials="z" lastIdx="0" clrIdx="601"/>
  <p:cmAuthor id="603" name="Arno.Du(杜明星)" initials="A" lastIdx="0" clrIdx="602"/>
  <p:cmAuthor id="604" name="未知用户174" initials="未知用户174" lastIdx="0" clrIdx="603"/>
  <p:cmAuthor id="605" name="罗丹_3uQfI32m" initials="罗" lastIdx="0" clrIdx="604"/>
  <p:cmAuthor id="606" name="Unknown User27" initials="U" lastIdx="0" clrIdx="605"/>
  <p:cmAuthor id="607" name="未知的使用者221" initials="" lastIdx="0" clrIdx="606"/>
  <p:cmAuthor id="608" name="未知的使用者222" initials="" lastIdx="0" clrIdx="607"/>
  <p:cmAuthor id="609" name="未知的使用者223" initials="" lastIdx="0" clrIdx="608"/>
  <p:cmAuthor id="610" name="杨强" initials="杨" lastIdx="0" clrIdx="609"/>
  <p:cmAuthor id="611" name="未知的使用者224" initials="" lastIdx="0" clrIdx="610"/>
  <p:cmAuthor id="612" name="檀晟 陈" initials="檀晟" lastIdx="0" clrIdx="611"/>
  <p:cmAuthor id="613" name="未知的使用者225" initials="" lastIdx="0" clrIdx="612"/>
  <p:cmAuthor id="614" name="未知的使用者226" initials="" lastIdx="0" clrIdx="613"/>
  <p:cmAuthor id="615" name="未知的使用者227" initials="" lastIdx="0" clrIdx="614"/>
  <p:cmAuthor id="616" name="未知的使用者217" initials="" lastIdx="0" clrIdx="615"/>
  <p:cmAuthor id="617" name="未知的使用者218" initials="" lastIdx="0" clrIdx="616"/>
  <p:cmAuthor id="618" name="未知的使用者219" initials="" lastIdx="0" clrIdx="617"/>
  <p:cmAuthor id="619" name="姚琳" initials="姚" lastIdx="0" clrIdx="618"/>
  <p:cmAuthor id="620" name="未知的使用者220" initials="" lastIdx="0" clrIdx="619"/>
  <p:cmAuthor id="621" name="chen" initials="c" lastIdx="0" clrIdx="620"/>
  <p:cmAuthor id="622" name="大攀" initials="大" lastIdx="0" clrIdx="621"/>
  <p:cmAuthor id="623" name="王 成岩" initials="王" lastIdx="0" clrIdx="622"/>
  <p:cmAuthor id="624" name="未知的使用者228" initials="" lastIdx="0" clrIdx="623"/>
  <p:cmAuthor id="625" name="未知的使用者229" initials="" lastIdx="0" clrIdx="624"/>
  <p:cmAuthor id="626" name="陶夏溦" initials="陶夏溦" lastIdx="0" clrIdx="625"/>
  <p:cmAuthor id="627" name="未知的使用者230" initials="" lastIdx="0" clrIdx="626"/>
  <p:cmAuthor id="628" name="未知的使用者231" initials="" lastIdx="0" clrIdx="627"/>
  <p:cmAuthor id="629" name="未知的使用者232" initials="" lastIdx="0" clrIdx="628"/>
  <p:cmAuthor id="630" name="未知的使用者233" initials="" lastIdx="0" clrIdx="629"/>
  <p:cmAuthor id="631" name="未知的使用者234" initials="" lastIdx="0" clrIdx="630"/>
  <p:cmAuthor id="632" name="未知的使用者130" initials="" lastIdx="0" clrIdx="631"/>
  <p:cmAuthor id="633" name="未知的使用者131" initials="" lastIdx="0" clrIdx="632"/>
  <p:cmAuthor id="634" name="未知的使用者132" initials="" lastIdx="0" clrIdx="633"/>
  <p:cmAuthor id="635" name="Evonlin" initials="E" lastIdx="0" clrIdx="634"/>
  <p:cmAuthor id="636" name="未知的使用者235" initials="" lastIdx="0" clrIdx="635"/>
  <p:cmAuthor id="637" name="未知的使用者236" initials="" lastIdx="0" clrIdx="636"/>
  <p:cmAuthor id="638" name="未知的使用者237" initials="" lastIdx="0" clrIdx="637"/>
  <p:cmAuthor id="639" name="未知的使用者238" initials="" lastIdx="0" clrIdx="638"/>
  <p:cmAuthor id="640" name="未知的使用者239" initials="" lastIdx="0" clrIdx="639"/>
  <p:cmAuthor id="641" name="未知的使用者136" initials="" lastIdx="0" clrIdx="640"/>
  <p:cmAuthor id="642" name="未知的使用者134" initials="" lastIdx="0" clrIdx="641"/>
  <p:cmAuthor id="643" name="未知的使用者206" initials="" lastIdx="0" clrIdx="642"/>
  <p:cmAuthor id="644" name="Kent" initials="K" lastIdx="0" clrIdx="643"/>
  <p:cmAuthor id="645" name="梅芬 吳" initials="梅" lastIdx="0" clrIdx="644"/>
  <p:cmAuthor id="646" name="王嘉偉" initials="王" lastIdx="0" clrIdx="645"/>
  <p:cmAuthor id="647" name="未知的使用者210" initials="" lastIdx="0" clrIdx="646"/>
  <p:cmAuthor id="648" name="未知的使用者211" initials="" lastIdx="0" clrIdx="647"/>
  <p:cmAuthor id="649" name="未知的使用者212" initials="" lastIdx="0" clrIdx="648"/>
  <p:cmAuthor id="650" name="未知的使用者213" initials="" lastIdx="0" clrIdx="649"/>
  <p:cmAuthor id="651" name="未知的使用者214" initials="" lastIdx="0" clrIdx="650"/>
  <p:cmAuthor id="652" name="未知的使用者215" initials="" lastIdx="0" clrIdx="651"/>
  <p:cmAuthor id="653" name="未知的使用者216" initials="" lastIdx="0" clrIdx="652"/>
  <p:cmAuthor id="654" name="王丽君" initials="王" lastIdx="0" clrIdx="653"/>
  <p:cmAuthor id="655" name="Xia Ting" initials="X" lastIdx="0" clrIdx="654"/>
  <p:cmAuthor id="656" name="未知用户163" initials="未" lastIdx="0" clrIdx="655"/>
  <p:cmAuthor id="657" name="未知用户164" initials="未" lastIdx="0" clrIdx="656"/>
  <p:cmAuthor id="658" name="未知用户10" initials="未" lastIdx="0" clrIdx="657"/>
  <p:cmAuthor id="659" name="韩雨" initials="韩" lastIdx="0" clrIdx="658"/>
  <p:cmAuthor id="660" name="未知用户191" initials="未" lastIdx="0" clrIdx="659"/>
  <p:cmAuthor id="661" name="未知用户167" initials="未" lastIdx="0" clrIdx="660"/>
  <p:cmAuthor id="662" name="未知的使用者163" initials="未" lastIdx="0" clrIdx="661"/>
  <p:cmAuthor id="663" name="未知的使用者88" initials="未" lastIdx="0" clrIdx="662"/>
  <p:cmAuthor id="664" name="未知的使用者165" initials="未" lastIdx="0" clrIdx="663"/>
  <p:cmAuthor id="665" name="未知的使用者158" initials="未" lastIdx="0" clrIdx="664"/>
  <p:cmAuthor id="666" name="jerrychou" initials="j" lastIdx="0" clrIdx="665"/>
  <p:cmAuthor id="667" name="不明使用者12" initials="不" lastIdx="0" clrIdx="666"/>
  <p:cmAuthor id="668" name="不明使用者1" initials="不" lastIdx="0" clrIdx="667"/>
  <p:cmAuthor id="669" name="未知的使用者166" initials="未" lastIdx="0" clrIdx="668"/>
  <p:cmAuthor id="670" name="未知的使用者167" initials="未" lastIdx="0" clrIdx="669"/>
  <p:cmAuthor id="671" name="未知的使用者159" initials="未" lastIdx="0" clrIdx="670"/>
  <p:cmAuthor id="672" name="未知的使用者160" initials="未" lastIdx="0" clrIdx="671"/>
  <p:cmAuthor id="673" name="未知的使用者168" initials="未" lastIdx="0" clrIdx="672"/>
  <p:cmAuthor id="674" name="布莱恩" initials="布" lastIdx="0" clrIdx="673"/>
  <p:cmAuthor id="675" name="不明使用者7" initials="不" lastIdx="0" clrIdx="674"/>
  <p:cmAuthor id="676" name="未知用户120" initials="未" lastIdx="0" clrIdx="675"/>
  <p:cmAuthor id="677" name="未知用户122" initials="未" lastIdx="0" clrIdx="676"/>
  <p:cmAuthor id="678" name="未知用户139" initials="未" lastIdx="0" clrIdx="677"/>
  <p:cmAuthor id="679" name="不明使用者11" initials="不" lastIdx="0" clrIdx="678"/>
  <p:cmAuthor id="680" name="Unknown User24" initials="U" lastIdx="0" clrIdx="679"/>
  <p:cmAuthor id="681" name="未知用户141" initials="未" lastIdx="0" clrIdx="680"/>
  <p:cmAuthor id="682" name="未知用户145" initials="未" lastIdx="0" clrIdx="681"/>
  <p:cmAuthor id="683" name="未知用户119" initials="未" lastIdx="0" clrIdx="682"/>
  <p:cmAuthor id="684" name="未知用户140" initials="未" lastIdx="0" clrIdx="683"/>
  <p:cmAuthor id="685" name="未知用户143" initials="未" lastIdx="0" clrIdx="684"/>
  <p:cmAuthor id="686" name="橙子" initials="橙" lastIdx="0" clrIdx="685"/>
  <p:cmAuthor id="687" name="未知用户348" initials="未" lastIdx="0" clrIdx="686"/>
  <p:cmAuthor id="688" name="桃豆豆" initials="桃" lastIdx="0" clrIdx="687"/>
  <p:cmAuthor id="689" name="未知用户148" initials="未" lastIdx="0" clrIdx="688"/>
  <p:cmAuthor id="690" name="未知用户195" initials="未" lastIdx="0" clrIdx="689"/>
  <p:cmAuthor id="691" name="未知用户207" initials="未" lastIdx="0" clrIdx="690"/>
  <p:cmAuthor id="692" name="未知用户208" initials="未" lastIdx="0" clrIdx="691"/>
  <p:cmAuthor id="693" name="未知用户198" initials="未" lastIdx="0" clrIdx="692"/>
  <p:cmAuthor id="694" name="未知用户209" initials="未" lastIdx="0" clrIdx="693"/>
  <p:cmAuthor id="695" name="未知用户289" initials="未" lastIdx="0" clrIdx="694"/>
  <p:cmAuthor id="696" name="未知用户206" initials="未" lastIdx="0" clrIdx="695"/>
  <p:cmAuthor id="697" name="未知用户175" initials="未" lastIdx="0" clrIdx="696"/>
  <p:cmAuthor id="698" name="未知的使用者207" initials="未" lastIdx="0" clrIdx="697"/>
  <p:cmAuthor id="699" name="未知的使用者208" initials="未" lastIdx="0" clrIdx="698"/>
  <p:cmAuthor id="700" name="未知的使用者188" initials="未" lastIdx="0" clrIdx="699"/>
  <p:cmAuthor id="701" name="未知的使用者189" initials="未" lastIdx="0" clrIdx="700"/>
  <p:cmAuthor id="702" name="未知的使用者190" initials="未" lastIdx="0" clrIdx="701"/>
  <p:cmAuthor id="703" name="未知的使用者191" initials="未" lastIdx="0" clrIdx="702"/>
  <p:cmAuthor id="704" name="未知的使用者192" initials="未" lastIdx="0" clrIdx="703"/>
  <p:cmAuthor id="705" name="未知的使用者193" initials="未" lastIdx="0" clrIdx="704"/>
  <p:cmAuthor id="706" name="未知的使用者209" initials="未" lastIdx="0" clrIdx="705"/>
  <p:cmAuthor id="707" name="未知用户146" initials="未" lastIdx="0" clrIdx="706"/>
  <p:cmAuthor id="708" name="未知用户94" initials="未" lastIdx="0" clrIdx="707"/>
  <p:cmAuthor id="709" name="caihui" initials="c" lastIdx="0" clrIdx="708"/>
  <p:cmAuthor id="710" name="未知用户118" initials="未" lastIdx="0" clrIdx="709"/>
  <p:cmAuthor id="711" name="未知用户147" initials="未" lastIdx="0" clrIdx="710"/>
  <p:cmAuthor id="712" name="未知的使用者96" initials="未" lastIdx="0" clrIdx="711"/>
  <p:cmAuthor id="713" name="raymond luan" initials="r" lastIdx="0" clrIdx="712"/>
  <p:cmAuthor id="714" name="未知用户255" initials="未" lastIdx="0" clrIdx="713"/>
  <p:cmAuthor id="715" name="未知的使用者153" initials="未" lastIdx="0" clrIdx="714"/>
  <p:cmAuthor id="716" name="未知的使用者154" initials="未" lastIdx="0" clrIdx="715"/>
  <p:cmAuthor id="717" name="未知的使用者156" initials="未" lastIdx="0" clrIdx="716"/>
  <p:cmAuthor id="718" name="未知的使用者157" initials="未" lastIdx="0" clrIdx="717"/>
  <p:cmAuthor id="719" name="Alex" initials="A" lastIdx="0" clrIdx="718"/>
  <p:cmAuthor id="720" name="未知用户246" initials="未" lastIdx="0" clrIdx="719"/>
  <p:cmAuthor id="721" name="未知的使用者129" initials="未" lastIdx="0" clrIdx="720"/>
  <p:cmAuthor id="722" name="未知用户121" initials="未" lastIdx="0" clrIdx="721"/>
  <p:cmAuthor id="723" name="未知用户257" initials="未" lastIdx="0" clrIdx="722"/>
  <p:cmAuthor id="724" name="未知的使用者164" initials="未" lastIdx="0" clrIdx="723"/>
  <p:cmAuthor id="725" name="未知的使用者172" initials="未" lastIdx="0" clrIdx="724"/>
  <p:cmAuthor id="726" name="未知的使用者174" initials="未" lastIdx="0" clrIdx="725"/>
  <p:cmAuthor id="727" name="未知用户261" initials="未" lastIdx="0" clrIdx="726"/>
  <p:cmAuthor id="728" name="未知的使用者247" initials="未" lastIdx="0" clrIdx="727"/>
  <p:cmAuthor id="729" name="未知的使用者249" initials="未" lastIdx="0" clrIdx="728"/>
  <p:cmAuthor id="730" name="未知的使用者250" initials="未" lastIdx="0" clrIdx="729"/>
  <p:cmAuthor id="731" name="未知的使用者251" initials="未" lastIdx="0" clrIdx="730"/>
  <p:cmAuthor id="732" name="未知的使用者246" initials="未" lastIdx="0" clrIdx="731"/>
  <p:cmAuthor id="733" name="未知的使用者252" initials="未" lastIdx="0" clrIdx="732"/>
  <p:cmAuthor id="734" name="未知的使用者253" initials="未" lastIdx="0" clrIdx="733"/>
  <p:cmAuthor id="735" name="未知的使用者254" initials="未" lastIdx="0" clrIdx="734"/>
  <p:cmAuthor id="736" name="未知的使用者255" initials="未" lastIdx="0" clrIdx="735"/>
  <p:cmAuthor id="737" name="未知用户268" initials="未" lastIdx="0" clrIdx="736"/>
  <p:cmAuthor id="738" name="未知用户269" initials="未" lastIdx="0" clrIdx="737"/>
  <p:cmAuthor id="739" name="未知的使用者270" initials="未" lastIdx="0" clrIdx="738"/>
  <p:cmAuthor id="740" name="未知用户250" initials="未" lastIdx="0" clrIdx="739"/>
  <p:cmAuthor id="741" name="未知用户272" initials="未" lastIdx="0" clrIdx="740"/>
  <p:cmAuthor id="742" name="Halfmoon" initials="H" lastIdx="0" clrIdx="741"/>
  <p:cmAuthor id="743" name="张婷婷" initials="c" lastIdx="0" clrIdx="742"/>
  <p:cmAuthor id="744" name="未知的使用者256" initials="未" lastIdx="0" clrIdx="743"/>
  <p:cmAuthor id="745" name="孟令坤" initials="MLK" lastIdx="0" clrIdx="744"/>
  <p:cmAuthor id="746" name="未知的使用者197" initials="未" lastIdx="0" clrIdx="745"/>
  <p:cmAuthor id="747" name="未知的使用者200" initials="未" lastIdx="0" clrIdx="746"/>
  <p:cmAuthor id="748" name="未知的使用者257" initials="未" lastIdx="0" clrIdx="747"/>
  <p:cmAuthor id="749" name="未知的使用者171" initials="未" lastIdx="0" clrIdx="748"/>
  <p:cmAuthor id="750" name="未知用户176" initials="未" lastIdx="0" clrIdx="749"/>
  <p:cmAuthor id="751" name="未知的使用者240" initials="未" lastIdx="0" clrIdx="750"/>
  <p:cmAuthor id="752" name="未知的使用者241" initials="未" lastIdx="0" clrIdx="751"/>
  <p:cmAuthor id="753" name="未知的使用者242" initials="未" lastIdx="0" clrIdx="752"/>
  <p:cmAuthor id="754" name="未知的使用者243" initials="未" lastIdx="0" clrIdx="753"/>
  <p:cmAuthor id="755" name="未知的使用者258" initials="未" lastIdx="0" clrIdx="754"/>
  <p:cmAuthor id="756" name="未知的使用者259" initials="未" lastIdx="0" clrIdx="755"/>
  <p:cmAuthor id="757" name="未知的使用者260" initials="未" lastIdx="0" clrIdx="756"/>
  <p:cmAuthor id="758" name="未知的使用者261" initials="未" lastIdx="0" clrIdx="757"/>
  <p:cmAuthor id="759" name="未知的使用者262" initials="未" lastIdx="0" clrIdx="758"/>
  <p:cmAuthor id="760" name="未知的使用者263" initials="未" lastIdx="0" clrIdx="759"/>
  <p:cmAuthor id="761" name="未知的使用者264" initials="未" lastIdx="0" clrIdx="760"/>
  <p:cmAuthor id="762" name="未知的使用者265" initials="未" lastIdx="0" clrIdx="761"/>
  <p:cmAuthor id="763" name="未知的使用者266" initials="未" lastIdx="0" clrIdx="762"/>
  <p:cmAuthor id="764" name="未知的使用者267" initials="未" lastIdx="0" clrIdx="763"/>
  <p:cmAuthor id="765" name="未知的使用者268" initials="未" lastIdx="0" clrIdx="764"/>
  <p:cmAuthor id="766" name="未知的使用者269" initials="未" lastIdx="0" clrIdx="765"/>
  <p:cmAuthor id="767" name="刘晖" initials="刘" lastIdx="0" clrIdx="766"/>
  <p:cmAuthor id="768" name="piccotina" initials="p" lastIdx="0" clrIdx="767"/>
  <p:cmAuthor id="769" name="lillian" initials="l" lastIdx="0" clrIdx="768"/>
  <p:cmAuthor id="770" name="未知用户197" initials="未" lastIdx="0" clrIdx="769"/>
  <p:cmAuthor id="771" name="未知用户157" initials="未" lastIdx="0" clrIdx="770"/>
  <p:cmAuthor id="772" name="未知用户158" initials="未" lastIdx="0" clrIdx="771"/>
  <p:cmAuthor id="773" name="未知用户159" initials="未" lastIdx="0" clrIdx="772"/>
  <p:cmAuthor id="774" name="未知用户160" initials="未" lastIdx="0" clrIdx="773"/>
  <p:cmAuthor id="775" name="未知用户168" initials="未" lastIdx="0" clrIdx="774"/>
  <p:cmAuthor id="776" name="順天" initials="順" lastIdx="0" clrIdx="775"/>
  <p:cmAuthor id="777" name=" " initials="" lastIdx="0" clrIdx="776"/>
  <p:cmAuthor id="778" name="未知用户319" initials="未" lastIdx="0" clrIdx="777"/>
  <p:cmAuthor id="779" name="未知的使用者139" initials="未" lastIdx="0" clrIdx="778"/>
  <p:cmAuthor id="780" name="未知用户87" initials="未" lastIdx="0" clrIdx="779"/>
  <p:cmAuthor id="781" name="未知用户88" initials="未" lastIdx="0" clrIdx="780"/>
  <p:cmAuthor id="782" name="未知用户89" initials="未" lastIdx="0" clrIdx="781"/>
  <p:cmAuthor id="783" name="未知用户211" initials="未" lastIdx="0" clrIdx="782"/>
  <p:cmAuthor id="784" name="未知用户110" initials="未" lastIdx="0" clrIdx="783"/>
  <p:cmAuthor id="785" name="未知用户293" initials="未" lastIdx="0" clrIdx="784"/>
  <p:cmAuthor id="786" name="未知用户201" initials="未" lastIdx="0" clrIdx="785"/>
  <p:cmAuthor id="787" name="未知用户294" initials="未" lastIdx="0" clrIdx="786"/>
  <p:cmAuthor id="788" name="未知用户278" initials="未" lastIdx="0" clrIdx="787"/>
  <p:cmAuthor id="789" name="未知用户279" initials="未" lastIdx="0" clrIdx="788"/>
  <p:cmAuthor id="790" name="未知用户280" initials="未" lastIdx="0" clrIdx="789"/>
  <p:cmAuthor id="791" name="未知用户281" initials="未" lastIdx="0" clrIdx="790"/>
  <p:cmAuthor id="792" name="未知用户282" initials="未" lastIdx="0" clrIdx="791"/>
  <p:cmAuthor id="793" name="未知用户283" initials="未" lastIdx="0" clrIdx="792"/>
  <p:cmAuthor id="794" name="未知用户284" initials="未" lastIdx="0" clrIdx="793"/>
  <p:cmAuthor id="795" name="guanhh" initials="g" lastIdx="0" clrIdx="794"/>
  <p:cmAuthor id="796" name="Tea" initials="T" lastIdx="0" clrIdx="795"/>
  <p:cmAuthor id="797" name="未知用户169" initials="未" lastIdx="0" clrIdx="796"/>
  <p:cmAuthor id="798" name="储贤民" initials="储" lastIdx="0" clrIdx="797"/>
  <p:cmAuthor id="799" name="未知用户192" initials="未" lastIdx="0" clrIdx="798"/>
  <p:cmAuthor id="800" name="未知用户203" initials="未" lastIdx="0" clrIdx="799"/>
  <p:cmAuthor id="801" name="未知用户290" initials="未" lastIdx="0" clrIdx="800"/>
  <p:cmAuthor id="802" name="未知用户291" initials="未" lastIdx="0" clrIdx="801"/>
  <p:cmAuthor id="803" name="未知用户292" initials="未" lastIdx="0" clrIdx="802"/>
  <p:cmAuthor id="804" name="未知用户184" initials="未" lastIdx="0" clrIdx="803"/>
  <p:cmAuthor id="805" name="未知用户295" initials="未" lastIdx="0" clrIdx="804"/>
  <p:cmAuthor id="806" name="未知用户297" initials="未" lastIdx="0" clrIdx="805"/>
  <p:cmAuthor id="807" name="未知用户181" initials="未" lastIdx="0" clrIdx="806"/>
  <p:cmAuthor id="808" name="ye gusong" initials="y" lastIdx="0" clrIdx="807"/>
  <p:cmAuthor id="809" name="wei muzi" initials="w" lastIdx="0" clrIdx="808"/>
  <p:cmAuthor id="810" name="西赆南琛" initials="西" lastIdx="0" clrIdx="809"/>
  <p:cmAuthor id="811" name="孙" initials="孙" lastIdx="0" clrIdx="810"/>
  <p:cmAuthor id="812" name="未知用户187" initials="未" lastIdx="0" clrIdx="811"/>
  <p:cmAuthor id="813" name="Microsoft Office User" initials="M" lastIdx="0" clrIdx="812"/>
  <p:cmAuthor id="814" name="catherine" initials="c" lastIdx="0" clrIdx="813"/>
  <p:cmAuthor id="815" name="未知的使用者89" initials="未" lastIdx="0" clrIdx="814"/>
  <p:cmAuthor id="816" name="未知用户287" initials="未" lastIdx="0" clrIdx="815"/>
  <p:cmAuthor id="817" name="未知用户288" initials="未" lastIdx="0" clrIdx="816"/>
  <p:cmAuthor id="818" name="未知用户229" initials="未" lastIdx="0" clrIdx="817"/>
  <p:cmAuthor id="819" name="�Ÿ�" initials="�" lastIdx="0" clrIdx="818"/>
  <p:cmAuthor id="820" name="未知的使用者140" initials="未" lastIdx="0" clrIdx="819"/>
  <p:cmAuthor id="821" name="yudi lin" initials="y" lastIdx="0" clrIdx="820"/>
  <p:cmAuthor id="822" name="未知用户249" initials="未" lastIdx="0" clrIdx="821"/>
  <p:cmAuthor id="823" name="liuzga" initials="l" lastIdx="0" clrIdx="822"/>
  <p:cmAuthor id="824" name="49554261@qq.com" initials="4" lastIdx="0" clrIdx="823"/>
  <p:cmAuthor id="825" name="未知用户230" initials="未" lastIdx="0" clrIdx="824"/>
  <p:cmAuthor id="826" name="11839" initials="1" lastIdx="0" clrIdx="825"/>
  <p:cmAuthor id="827" name="未知用户216" initials="未" lastIdx="0" clrIdx="826"/>
  <p:cmAuthor id="828" name="未知用户266" initials="未" lastIdx="0" clrIdx="827"/>
  <p:cmAuthor id="829" name="未知用户243" initials="未" lastIdx="0" clrIdx="828"/>
  <p:cmAuthor id="830" name="未知用户196" initials="未" lastIdx="0" clrIdx="829"/>
  <p:cmAuthor id="831" name="未知的使用者94" initials="未" lastIdx="0" clrIdx="830"/>
  <p:cmAuthor id="832" name="未知用户219" initials="未" lastIdx="0" clrIdx="831"/>
  <p:cmAuthor id="833" name="未知用户222" initials="未" lastIdx="0" clrIdx="832"/>
  <p:cmAuthor id="834" name="未知用户200" initials="未" lastIdx="0" clrIdx="833"/>
  <p:cmAuthor id="835" name="未知用户213" initials="未" lastIdx="0" clrIdx="834"/>
  <p:cmAuthor id="836" name="未知用户214" initials="未" lastIdx="0" clrIdx="835"/>
  <p:cmAuthor id="837" name="未知用户215" initials="未" lastIdx="0" clrIdx="836"/>
  <p:cmAuthor id="838" name="未知用户231" initials="未" lastIdx="0" clrIdx="837"/>
  <p:cmAuthor id="839" name="未知用户233" initials="未" lastIdx="0" clrIdx="838"/>
  <p:cmAuthor id="840" name="未知用户234" initials="未" lastIdx="0" clrIdx="839"/>
  <p:cmAuthor id="841" name="未知用户235" initials="未" lastIdx="0" clrIdx="840"/>
  <p:cmAuthor id="842" name="未知用户236" initials="未" lastIdx="0" clrIdx="841"/>
  <p:cmAuthor id="843" name="未知用户237" initials="未" lastIdx="0" clrIdx="842"/>
  <p:cmAuthor id="844" name="未知用户240" initials="未" lastIdx="0" clrIdx="843"/>
  <p:cmAuthor id="845" name="未知用户221" initials="未" lastIdx="0" clrIdx="844"/>
  <p:cmAuthor id="846" name="v15194" initials="v" lastIdx="0" clrIdx="845"/>
  <p:cmAuthor id="847" name="数据支撑团队" initials="A" lastIdx="0" clrIdx="846"/>
  <p:cmAuthor id="848" name="行 朱" initials="行" lastIdx="0" clrIdx="847"/>
  <p:cmAuthor id="849" name="Carol Kelly" initials="C" lastIdx="0" clrIdx="848"/>
  <p:cmAuthor id="850" name="孙遒_UnMrQ36N" initials="authorId_1008746-10054700" lastIdx="0" clrIdx="849"/>
  <p:cmAuthor id="851" name="未知的使用者155" initials="未" lastIdx="0" clrIdx="850"/>
  <p:cmAuthor id="852" name="DaiZhengYuan" initials="D" lastIdx="0" clrIdx="851"/>
  <p:cmAuthor id="853" name="曹 朝辉" initials="曹" lastIdx="0" clrIdx="852"/>
  <p:cmAuthor id="854" name="金宇峰_BfyebuM3" initials="authorId_1008746-10054633" lastIdx="0" clrIdx="853"/>
  <p:cmAuthor id="855" name="未知用户166" initials="未" lastIdx="0" clrIdx="854"/>
  <p:cmAuthor id="856" name="xuting@sn.cmcc" initials="A" lastIdx="0" clrIdx="855"/>
  <p:cmAuthor id="857" name="Unknown User55" initials="U" lastIdx="0" clrIdx="856"/>
  <p:cmAuthor id="858" name="范 斌" initials="范" lastIdx="0" clrIdx="857"/>
  <p:cmAuthor id="859" name="未知用户343" initials="未" lastIdx="0" clrIdx="858"/>
  <p:cmAuthor id="860" name="Huipeng Cao" initials="H" lastIdx="0" clrIdx="859"/>
  <p:cmAuthor id="861" name="18603367231@wo.cn" initials="1" lastIdx="0" clrIdx="860"/>
  <p:cmAuthor id="862" name="李 雷雨" initials="李" lastIdx="0" clrIdx="861"/>
  <p:cmAuthor id="863" name="91257" initials="9" lastIdx="0" clrIdx="862"/>
  <p:cmAuthor id="864" name="vicky" initials="v" lastIdx="0" clrIdx="863"/>
  <p:cmAuthor id="865" name="庆芳 许" initials="庆" lastIdx="0" clrIdx="864"/>
  <p:cmAuthor id="866" name="I_u6feq6Zr" initials="I" lastIdx="0" clrIdx="865"/>
  <p:cmAuthor id="867" name="黄鸣宇" initials="黄" lastIdx="0" clrIdx="866"/>
  <p:cmAuthor id="868" name="李阳" initials="liyang37@ha.cmcc" lastIdx="0" clrIdx="867"/>
  <p:cmAuthor id="869" name="不明使用者2" initials="不" lastIdx="0" clrIdx="868"/>
  <p:cmAuthor id="870" name="不明使用者3" initials="不" lastIdx="0" clrIdx="869"/>
  <p:cmAuthor id="871" name="不明使用者4" initials="不" lastIdx="0" clrIdx="870"/>
  <p:cmAuthor id="872" name="不明使用者6" initials="不" lastIdx="0" clrIdx="871"/>
  <p:cmAuthor id="873" name="不明使用者5" initials="不" lastIdx="0" clrIdx="872"/>
  <p:cmAuthor id="874" name="毕邺" initials="毕" lastIdx="0" clrIdx="873"/>
  <p:cmAuthor id="875" name="不明使用者8" initials="不" lastIdx="0" clrIdx="874"/>
  <p:cmAuthor id="876" name="不明使用者9" initials="不" lastIdx="0" clrIdx="875"/>
  <p:cmAuthor id="877" name="不明使用者10" initials="不" lastIdx="0" clrIdx="876"/>
  <p:cmAuthor id="878" name="谢学斌" initials="谢" lastIdx="0" clrIdx="877"/>
  <p:cmAuthor id="879" name="jialuo" initials="j" lastIdx="0" clrIdx="878"/>
  <p:cmAuthor id="880" name="Think" initials="T" lastIdx="0" clrIdx="879"/>
  <p:cmAuthor id="881" name="qijf" initials="q" lastIdx="0" clrIdx="880"/>
  <p:cmAuthor id="882" name="wjy" initials="w" lastIdx="0" clrIdx="881"/>
  <p:cmAuthor id="883" name="S" initials="S" lastIdx="0" clrIdx="882"/>
  <p:cmAuthor id="884" name="敢 王" initials="敢" lastIdx="0" clrIdx="883"/>
  <p:cmAuthor id="885" name="邓 勇" initials="邓" lastIdx="0" clrIdx="884"/>
  <p:cmAuthor id="886" name="陈城" initials="陈" lastIdx="0" clrIdx="885"/>
  <p:cmAuthor id="887" name="Sharon" initials="S" lastIdx="0" clrIdx="886"/>
  <p:cmAuthor id="888" name="小粟勺" initials="小" lastIdx="0" clrIdx="887"/>
  <p:cmAuthor id="889" name="yangxy" initials="y" lastIdx="0" clrIdx="888"/>
  <p:cmAuthor id="890" name="Eva" initials="E" lastIdx="0" clrIdx="889"/>
  <p:cmAuthor id="891" name="未知用户312" initials="未" lastIdx="0" clrIdx="890"/>
  <p:cmAuthor id="892" name="未知用户402" initials="未" lastIdx="0" clrIdx="891"/>
  <p:cmAuthor id="893" name="朱振宇" initials="朱" lastIdx="0" clrIdx="892"/>
  <p:cmAuthor id="894" name="未知用户314" initials="未" lastIdx="0" clrIdx="893"/>
  <p:cmAuthor id="895" name="晓  曲" initials="晓" lastIdx="0" clrIdx="894"/>
  <p:cmAuthor id="896" name="未知用户405" initials="未" lastIdx="0" clrIdx="895"/>
  <p:cmAuthor id="897" name="未知用户382" initials="未" lastIdx="0" clrIdx="896"/>
  <p:cmAuthor id="898" name="孟连磊" initials="孟" lastIdx="0" clrIdx="897"/>
  <p:cmAuthor id="899" name="未知用户384" initials="未" lastIdx="0" clrIdx="898"/>
  <p:cmAuthor id="900" name="未知的使用者177" initials="未" lastIdx="0" clrIdx="899"/>
  <p:cmAuthor id="901" name="未知用户386" initials="未" lastIdx="0" clrIdx="900"/>
  <p:cmAuthor id="902" name="未知用户387" initials="未" lastIdx="0" clrIdx="901"/>
  <p:cmAuthor id="903" name="未知用户388" initials="未" lastIdx="0" clrIdx="902"/>
  <p:cmAuthor id="904" name="未知用户411" initials="未" lastIdx="0" clrIdx="903"/>
  <p:cmAuthor id="905" name="未知用户389" initials="未" lastIdx="0" clrIdx="904"/>
  <p:cmAuthor id="906" name="未知用户390" initials="未" lastIdx="0" clrIdx="905"/>
  <p:cmAuthor id="907" name="未知用户391" initials="未" lastIdx="0" clrIdx="906"/>
  <p:cmAuthor id="908" name="未知用户392" initials="未" lastIdx="0" clrIdx="907"/>
  <p:cmAuthor id="909" name="未知用户393" initials="未" lastIdx="0" clrIdx="908"/>
  <p:cmAuthor id="910" name="未知用户394" initials="未" lastIdx="0" clrIdx="909"/>
  <p:cmAuthor id="911" name="未知用户395" initials="未" lastIdx="0" clrIdx="910"/>
  <p:cmAuthor id="912" name="未知用户396" initials="未" lastIdx="0" clrIdx="911"/>
  <p:cmAuthor id="913" name="未知用户406" initials="未" lastIdx="0" clrIdx="912"/>
  <p:cmAuthor id="914" name="未知用户397" initials="未" lastIdx="0" clrIdx="913"/>
  <p:cmAuthor id="915" name="陈之华" initials="陈" lastIdx="0" clrIdx="914"/>
  <p:cmAuthor id="916" name="未知用户398" initials="未" lastIdx="0" clrIdx="915"/>
  <p:cmAuthor id="917" name="未知用户399" initials="未" lastIdx="0" clrIdx="916"/>
  <p:cmAuthor id="918" name="未知用户400" initials="未" lastIdx="0" clrIdx="917"/>
  <p:cmAuthor id="919" name="1a" initials="1" lastIdx="0" clrIdx="918"/>
  <p:cmAuthor id="920" name="未知用户420" initials="未" lastIdx="0" clrIdx="919"/>
  <p:cmAuthor id="921" name="未知用户421" initials="未" lastIdx="0" clrIdx="920"/>
  <p:cmAuthor id="922" name="未知用户422" initials="未" lastIdx="0" clrIdx="921"/>
  <p:cmAuthor id="923" name="未知用户423" initials="未" lastIdx="0" clrIdx="922"/>
  <p:cmAuthor id="924" name="未知用户424" initials="未" lastIdx="0" clrIdx="923"/>
  <p:cmAuthor id="925" name="未知用户419" initials="未" lastIdx="0" clrIdx="924"/>
  <p:cmAuthor id="926" name="未知用户425" initials="未" lastIdx="0" clrIdx="925"/>
  <p:cmAuthor id="927" name="未知用户426" initials="未" lastIdx="0" clrIdx="926"/>
  <p:cmAuthor id="928" name="未知用户427" initials="未" lastIdx="0" clrIdx="927"/>
  <p:cmAuthor id="929" name="未知用户428" initials="未" lastIdx="0" clrIdx="928"/>
  <p:cmAuthor id="930" name="未知用户429" initials="未" lastIdx="0" clrIdx="929"/>
  <p:cmAuthor id="931" name="未知用户430" initials="未" lastIdx="0" clrIdx="930"/>
  <p:cmAuthor id="932" name="未知用户431" initials="未" lastIdx="0" clrIdx="931"/>
  <p:cmAuthor id="933" name="未知用户432" initials="未" lastIdx="0" clrIdx="932"/>
  <p:cmAuthor id="934" name="未知用户433" initials="未" lastIdx="0" clrIdx="933"/>
  <p:cmAuthor id="935" name="未知用户434" initials="未" lastIdx="0" clrIdx="934"/>
  <p:cmAuthor id="936" name="未知用户435" initials="未" lastIdx="0" clrIdx="935"/>
  <p:cmAuthor id="937" name="未知用户436" initials="未" lastIdx="0" clrIdx="936"/>
  <p:cmAuthor id="938" name="未知用户437" initials="未" lastIdx="0" clrIdx="937"/>
  <p:cmAuthor id="939" name="未知用户438" initials="未" lastIdx="0" clrIdx="938"/>
  <p:cmAuthor id="940" name="未知用户417" initials="未" lastIdx="0" clrIdx="939"/>
  <p:cmAuthor id="941" name="未知用户439" initials="未" lastIdx="0" clrIdx="940"/>
  <p:cmAuthor id="942" name="未知用户440" initials="未" lastIdx="0" clrIdx="941"/>
  <p:cmAuthor id="943" name="未知用户441" initials="未" lastIdx="0" clrIdx="942"/>
  <p:cmAuthor id="944" name="未知用户442" initials="未" lastIdx="0" clrIdx="943"/>
  <p:cmAuthor id="945" name="天天" initials="天" lastIdx="0" clrIdx="944"/>
  <p:cmAuthor id="946" name="未知用户443" initials="未" lastIdx="0" clrIdx="945"/>
  <p:cmAuthor id="947" name="未知用户444" initials="未" lastIdx="0" clrIdx="946"/>
  <p:cmAuthor id="948" name="未知用户445" initials="未" lastIdx="0" clrIdx="947"/>
  <p:cmAuthor id="949" name="未知用户446" initials="未" lastIdx="0" clrIdx="948"/>
  <p:cmAuthor id="950" name="未知用户447" initials="未" lastIdx="0" clrIdx="949"/>
  <p:cmAuthor id="951" name="未知用户448" initials="未" lastIdx="0" clrIdx="950"/>
  <p:cmAuthor id="952" name="未知用户326" initials="未" lastIdx="0" clrIdx="951"/>
  <p:cmAuthor id="953" name="未知用户365" initials="未" lastIdx="0" clrIdx="952"/>
  <p:cmAuthor id="954" name="未知用户366" initials="未" lastIdx="0" clrIdx="953"/>
  <p:cmAuthor id="955" name="WPS_1679281038" initials="W" lastIdx="0" clrIdx="954"/>
  <p:cmAuthor id="956" name="Lenovo" initials="L" lastIdx="0" clrIdx="955"/>
  <p:cmAuthor id="957" name="未知用户367" initials="未" lastIdx="0" clrIdx="956"/>
  <p:cmAuthor id="958" name="王凯" initials="mirror" lastIdx="0" clrIdx="957"/>
  <p:cmAuthor id="959" name="未知用户368" initials="未" lastIdx="0" clrIdx="958"/>
  <p:cmAuthor id="960" name="HZS00" initials="H" lastIdx="0" clrIdx="959"/>
  <p:cmAuthor id="961" name="施普希（菜菜）" initials="施" lastIdx="0" clrIdx="960"/>
  <p:cmAuthor id="962" name="李 嘉" initials="李" lastIdx="0" clrIdx="961"/>
  <p:cmAuthor id="963" name="gus9@chinaunicom.cn" initials="g" lastIdx="0" clrIdx="962"/>
  <p:cmAuthor id="964" name="wenle369@sina.com" initials="w" lastIdx="0" clrIdx="963"/>
  <p:cmAuthor id="965" name="殷 积波" initials="殷" lastIdx="0" clrIdx="964"/>
  <p:cmAuthor id="966" name="启浩" initials="启" lastIdx="0" clrIdx="965"/>
  <p:cmAuthor id="967" name="袨?嗴?傤?" initials="袨" lastIdx="0" clrIdx="966"/>
  <p:cmAuthor id="968" name="林玲 郑" initials="林" lastIdx="0" clrIdx="967"/>
  <p:cmAuthor id="969" name="554154816@qq.com" initials="5" lastIdx="0" clrIdx="968"/>
  <p:cmAuthor id="970" name="未知用户379" initials="未" lastIdx="0" clrIdx="969"/>
  <p:cmAuthor id="971" name="未知用户418" initials="未" lastIdx="0" clrIdx="970"/>
  <p:cmAuthor id="972" name="未知用户271" initials="未" lastIdx="0" clrIdx="971"/>
  <p:cmAuthor id="973" name="未知用户381" initials="未" lastIdx="0" clrIdx="972"/>
  <p:cmAuthor id="974" name="张逸晨" initials="张" lastIdx="0" clrIdx="973"/>
  <p:cmAuthor id="975" name="雨林木风" initials="雨" lastIdx="0" clrIdx="974"/>
  <p:cmAuthor id="976" name="张洁01-lhq" initials="张" lastIdx="0" clrIdx="975"/>
  <p:cmAuthor id="977" name="池依曼" initials="池" lastIdx="0" clrIdx="976"/>
  <p:cmAuthor id="978" name="LiWei" initials="L" lastIdx="0" clrIdx="977"/>
  <p:cmAuthor id="979" name="未知用户232" initials="未" lastIdx="0" clrIdx="978"/>
  <p:cmAuthor id="980" name="未知用户226" initials="未" lastIdx="0" clrIdx="979"/>
  <p:cmAuthor id="981" name="亚运 曹" initials="亚" lastIdx="0" clrIdx="980"/>
  <p:cmAuthor id="982" name="lp" initials="l" lastIdx="0" clrIdx="981"/>
  <p:cmAuthor id="983" name="张正明" initials="张" lastIdx="0" clrIdx="982"/>
  <p:cmAuthor id="984" name="FANG SUN" initials="F" lastIdx="0" clrIdx="983"/>
  <p:cmAuthor id="985" name="富德生命人寿" initials="富" lastIdx="0" clrIdx="984"/>
  <p:cmAuthor id="986" name="袁缘" initials="袁" lastIdx="0" clrIdx="985"/>
  <p:cmAuthor id="987" name="未知用户416" initials="未" lastIdx="0" clrIdx="986"/>
  <p:cmAuthor id="988" name="未知用户404" initials="未" lastIdx="0" clrIdx="987"/>
  <p:cmAuthor id="989" name="未知用户408" initials="未" lastIdx="0" clrIdx="988"/>
  <p:cmAuthor id="990" name="未知用户409" initials="未" lastIdx="0" clrIdx="989"/>
  <p:cmAuthor id="991" name="未知用户412" initials="未" lastIdx="0" clrIdx="990"/>
  <p:cmAuthor id="992" name="未知用户413" initials="未" lastIdx="0" clrIdx="991"/>
  <p:cmAuthor id="993" name="未知用户414" initials="未" lastIdx="0" clrIdx="992"/>
  <p:cmAuthor id="994" name="未知用户415" initials="未" lastIdx="0" clrIdx="993"/>
  <p:cmAuthor id="995" name="方朝军/产品推动室/产品开发推广部/总公司" initials="方" lastIdx="0" clrIdx="994"/>
  <p:cmAuthor id="996" name="未知用户217" initials="未" lastIdx="0" clrIdx="995"/>
  <p:cmAuthor id="997" name="未知用户123" initials="未" lastIdx="0" clrIdx="996"/>
  <p:cmAuthor id="998" name="未知用户371" initials="未" lastIdx="0" clrIdx="997"/>
  <p:cmAuthor id="999" name="未知用户370" initials="未" lastIdx="0" clrIdx="998"/>
  <p:cmAuthor id="1000" name="烬飞默途" initials="烬" lastIdx="0" clrIdx="999"/>
  <p:cmAuthor id="1001" name="未知用户347" initials="未" lastIdx="0" clrIdx="1000"/>
  <p:cmAuthor id="1002" name="未知用户241" initials="未" lastIdx="0" clrIdx="1001"/>
  <p:cmAuthor id="1003" name="未知用户286" initials="未" lastIdx="0" clrIdx="1002"/>
  <p:cmAuthor id="1004" name="未知用户373" initials="未" lastIdx="0" clrIdx="1003"/>
  <p:cmAuthor id="1005" name="未知用户350" initials="未" lastIdx="0" clrIdx="1004"/>
  <p:cmAuthor id="1006" name="未知用户218" initials="未" lastIdx="0" clrIdx="1005"/>
  <p:cmAuthor id="1007" name="未知用户351" initials="未" lastIdx="0" clrIdx="1006"/>
  <p:cmAuthor id="1008" name="未知用户352" initials="未" lastIdx="0" clrIdx="1007"/>
  <p:cmAuthor id="1009" name="未知用户353" initials="未" lastIdx="0" clrIdx="1008"/>
  <p:cmAuthor id="1010" name="未知用户354" initials="未" lastIdx="0" clrIdx="1009"/>
  <p:cmAuthor id="1011" name="小延魔法师" initials="小" lastIdx="0" clrIdx="1010"/>
  <p:cmAuthor id="1012" name="未知用户355" initials="未" lastIdx="0" clrIdx="1011"/>
  <p:cmAuthor id="1013" name="徐 正国" initials="徐" lastIdx="0" clrIdx="1012"/>
  <p:cmAuthor id="1014" name="未知用户356" initials="未" lastIdx="0" clrIdx="1013"/>
  <p:cmAuthor id="1015" name="沙俊杰00140688" initials="沙俊杰00140688" lastIdx="0" clrIdx="1014"/>
  <p:cmAuthor id="1016" name="未知用户378" initials="未" lastIdx="0" clrIdx="1015"/>
  <p:cmAuthor id="1017" name="YangXuke" initials="Y" lastIdx="0" clrIdx="1016"/>
  <p:cmAuthor id="1018" name="未知用户357" initials="未" lastIdx="0" clrIdx="1017"/>
  <p:cmAuthor id="1019" name="阮 德平" initials="阮" lastIdx="0" clrIdx="1018"/>
  <p:cmAuthor id="1020" name="未知用户362" initials="未" lastIdx="0" clrIdx="1019"/>
  <p:cmAuthor id="1021" name="何 伟" initials="何" lastIdx="0" clrIdx="1020"/>
  <p:cmAuthor id="1022" name="未知用户363" initials="未" lastIdx="0" clrIdx="1021"/>
  <p:cmAuthor id="1023" name="S 风" initials="S风" lastIdx="0" clrIdx="1022"/>
  <p:cmAuthor id="1024" name="未知用户374" initials="未" lastIdx="0" clrIdx="1023"/>
  <p:cmAuthor id="1025" name="Mengxue Pan" initials="MP" lastIdx="0" clrIdx="1024"/>
  <p:cmAuthor id="1026" name="未知用户375" initials="未" lastIdx="0" clrIdx="1025"/>
  <p:cmAuthor id="1027" name="罗平_QfY3MnyU" initials="authorId_1512265542" lastIdx="0" clrIdx="1026"/>
  <p:cmAuthor id="1028" name="未知用户369" initials="未" lastIdx="0" clrIdx="1027"/>
  <p:cmAuthor id="1029" name="未知用户376" initials="未" lastIdx="0" clrIdx="1028"/>
  <p:cmAuthor id="1030" name="未知用户377" initials="未" lastIdx="0" clrIdx="1029"/>
  <p:cmAuthor id="1031" name="未知用户372" initials="未" lastIdx="0" clrIdx="1030"/>
  <p:cmAuthor id="1032" name="Xzjd" initials="X" lastIdx="0" clrIdx="1031"/>
  <p:cmAuthor id="1033" name="未知用户451" initials="未" lastIdx="0" clrIdx="1032"/>
  <p:cmAuthor id="1034" name="未知用户466" initials="未" lastIdx="0" clrIdx="1033"/>
  <p:cmAuthor id="1035" name="未知用户460" initials="未" lastIdx="0" clrIdx="1034"/>
  <p:cmAuthor id="1036" name="未知用户454" initials="未" lastIdx="0" clrIdx="1035"/>
  <p:cmAuthor id="1037" name="未知用户461" initials="未" lastIdx="0" clrIdx="1036"/>
  <p:cmAuthor id="1038" name="未知用户455" initials="未" lastIdx="0" clrIdx="1037"/>
  <p:cmAuthor id="1039" name="未知用户462" initials="未" lastIdx="0" clrIdx="1038"/>
  <p:cmAuthor id="1040" name="未知用户465" initials="未" lastIdx="0" clrIdx="1039"/>
  <p:cmAuthor id="1041" name="未知用户457" initials="未" lastIdx="0" clrIdx="1040"/>
  <p:cmAuthor id="1042" name="未知用户450" initials="未" lastIdx="0" clrIdx="1041"/>
  <p:cmAuthor id="1043" name="未知用户463" initials="未" lastIdx="0" clrIdx="1042"/>
  <p:cmAuthor id="1044" name="未知用户467" initials="未" lastIdx="0" clrIdx="1043"/>
  <p:cmAuthor id="1045" name="未知用户468" initials="未" lastIdx="0" clrIdx="1044"/>
  <p:cmAuthor id="1046" name="未知用户469" initials="未" lastIdx="0" clrIdx="1045"/>
  <p:cmAuthor id="1047" name="未知用户458" initials="未" lastIdx="0" clrIdx="1046"/>
  <p:cmAuthor id="1048" name="未知用户470" initials="未" lastIdx="0" clrIdx="1047"/>
  <p:cmAuthor id="1049" name="未知用户471" initials="未" lastIdx="0" clrIdx="1048"/>
  <p:cmAuthor id="1050" name="夏先生" initials="夏" lastIdx="0" clrIdx="1049"/>
  <p:cmAuthor id="1051" name="未知用户472" initials="未" lastIdx="0" clrIdx="1050"/>
  <p:cmAuthor id="1052" name="niuniu" initials="n" lastIdx="0" clrIdx="1051"/>
  <p:cmAuthor id="1053" name="未知用户473" initials="未" lastIdx="0" clrIdx="1052"/>
  <p:cmAuthor id="1054" name="GuoQiang" initials="G" lastIdx="0" clrIdx="1053"/>
  <p:cmAuthor id="1055" name="zhaojunjie" initials="z" lastIdx="0" clrIdx="1054"/>
  <p:cmAuthor id="1056" name="未知用户453" initials="未" lastIdx="0" clrIdx="1055"/>
  <p:cmAuthor id="1057" name="未知用户474" initials="未" lastIdx="0" clrIdx="1056"/>
  <p:cmAuthor id="1058" name="未知用户475" initials="未" lastIdx="0" clrIdx="1057"/>
  <p:cmAuthor id="1059" name="未知用户476" initials="未" lastIdx="0" clrIdx="1058"/>
  <p:cmAuthor id="1060" name="未知用户459" initials="未" lastIdx="0" clrIdx="1059"/>
  <p:cmAuthor id="1061" name="未知用户489" initials="未" lastIdx="0" clrIdx="1060"/>
  <p:cmAuthor id="1062" name="未知用户488" initials="未" lastIdx="0" clrIdx="1061"/>
  <p:cmAuthor id="1063" name="未知用户490" initials="未" lastIdx="0" clrIdx="1062"/>
  <p:cmAuthor id="1064" name="未知用户477" initials="未" lastIdx="0" clrIdx="1063"/>
  <p:cmAuthor id="1065" name="未知用户478" initials="未" lastIdx="0" clrIdx="1064"/>
  <p:cmAuthor id="1066" name="未知用户479" initials="未" lastIdx="0" clrIdx="1065"/>
  <p:cmAuthor id="1067" name="未知用户480" initials="未" lastIdx="0" clrIdx="1066"/>
  <p:cmAuthor id="1068" name="未知用户481" initials="未" lastIdx="0" clrIdx="1067"/>
  <p:cmAuthor id="1069" name="未知用户482" initials="未" lastIdx="0" clrIdx="1068"/>
  <p:cmAuthor id="1070" name="未知用户483" initials="未" lastIdx="0" clrIdx="1069"/>
  <p:cmAuthor id="1071" name="未知用户484" initials="未" lastIdx="0" clrIdx="1070"/>
  <p:cmAuthor id="1072" name="未知用户485" initials="未" lastIdx="0" clrIdx="1071"/>
  <p:cmAuthor id="1073" name="未知用户486" initials="未" lastIdx="0" clrIdx="1072"/>
  <p:cmAuthor id="1074" name="未知用户452" initials="未" lastIdx="0" clrIdx="1073"/>
  <p:cmAuthor id="1075" name="未知用户456" initials="未" lastIdx="0" clrIdx="1074"/>
  <p:cmAuthor id="1076" name="未知用户464" initials="未" lastIdx="0" clrIdx="1075"/>
  <p:cmAuthor id="1077" name="未知用户487" initials="未" lastIdx="0" clrIdx="1076"/>
  <p:cmAuthor id="1078" name="未知用户259" initials="未" lastIdx="0" clrIdx="1077"/>
  <p:cmAuthor id="1079" name="huangweijing" initials="h" lastIdx="0" clrIdx="1078"/>
  <p:cmAuthor id="1080" name="seki" initials="s" lastIdx="0" clrIdx="1079"/>
  <p:cmAuthor id="1081" name="86136" initials="8" lastIdx="0" clrIdx="1080"/>
  <p:cmAuthor id="1082" name="未知用户270" initials="未" lastIdx="0" clrIdx="1081"/>
  <p:cmAuthor id="1083" name="USER631805" initials="U" lastIdx="0" clrIdx="1082"/>
  <p:cmAuthor id="1084" name="未知用户380" initials="未" lastIdx="0" clrIdx="1083"/>
  <p:cmAuthor id="1085" name="Nero" initials="N" lastIdx="0" clrIdx="1084"/>
  <p:cmAuthor id="1086" name="yifan song" initials="y" lastIdx="0" clrIdx="1085"/>
  <p:cmAuthor id="1087" name="未知用户385" initials="未" lastIdx="0" clrIdx="1086"/>
  <p:cmAuthor id="1088" name="莊安君" initials="莊" lastIdx="0" clrIdx="1087"/>
  <p:cmAuthor id="1089" name="陳建璋" initials="陳" lastIdx="0" clrIdx="1088"/>
  <p:cmAuthor id="1090" name="建璋" initials="建" lastIdx="0" clrIdx="1089"/>
  <p:cmAuthor id="1091" name="77482" initials="7" lastIdx="0" clrIdx="1090"/>
  <p:cmAuthor id="1092" name="未知用户265" initials="未" lastIdx="0" clrIdx="1091"/>
  <p:cmAuthor id="1093" name="未知用户267" initials="未" lastIdx="0" clrIdx="1092"/>
  <p:cmAuthor id="1094" name="liuxie" initials="l" lastIdx="0" clrIdx="1093"/>
  <p:cmAuthor id="1095" name="未知用户242" initials="未" lastIdx="0" clrIdx="1094"/>
  <p:cmAuthor id="1096" name="未知用户227" initials="未" lastIdx="0" clrIdx="1095"/>
  <p:cmAuthor id="1097" name="未知用户298" initials="未" lastIdx="0" clrIdx="1096"/>
  <p:cmAuthor id="1098" name="未知用户299" initials="未" lastIdx="0" clrIdx="1097"/>
  <p:cmAuthor id="1099" name="未知用户302" initials="未" lastIdx="0" clrIdx="1098"/>
  <p:cmAuthor id="1100" name="許詩婕" initials="許" lastIdx="0" clrIdx="1099"/>
  <p:cmAuthor id="1101" name="minil" initials="m" lastIdx="0" clrIdx="1100"/>
  <p:cmAuthor id="1102" name="15106" initials="1" lastIdx="0" clrIdx="1101"/>
  <p:cmAuthor id="1103" name="赵 璐" initials="赵" lastIdx="0" clrIdx="1102"/>
  <p:cmAuthor id="1104" name="Zhu, Hawk" initials="Z" lastIdx="0" clrIdx="1103"/>
  <p:cmAuthor id="1105" name="tanjp" initials="t" lastIdx="0" clrIdx="1104"/>
  <p:cmAuthor id="1106" name="YS" initials="Y" lastIdx="0" clrIdx="1105"/>
  <p:cmAuthor id="1107" name="殷格非" initials="殷" lastIdx="0" clrIdx="1106"/>
  <p:cmAuthor id="1108" name="咘嘚咘嘚" initials="咘" lastIdx="0" clrIdx="1107"/>
  <p:cmAuthor id="1109" name="z r" initials="zr" lastIdx="0" clrIdx="1108"/>
  <p:cmAuthor id="1110" name="石晓利" initials="C" lastIdx="0" clrIdx="1109"/>
  <p:cmAuthor id="1111" name="Jdi" initials="J" lastIdx="0" clrIdx="1110"/>
  <p:cmAuthor id="1112" name="孟芳芳（借调）" initials="V" lastIdx="0" clrIdx="1111"/>
  <p:cmAuthor id="1113" name="未知用户337" initials="未" lastIdx="0" clrIdx="1112"/>
  <p:cmAuthor id="1114" name="songlinyan" initials="s" lastIdx="0" clrIdx="1113"/>
  <p:cmAuthor id="1115" name="未知用户239" initials="未" lastIdx="0" clrIdx="1114"/>
  <p:cmAuthor id="1116" name="夜尽迟渊_UrQfrmQZ" initials="authorId_501680251" lastIdx="0" clrIdx="1115"/>
  <p:cmAuthor id="1117" name="chenmh" initials="c" lastIdx="0" clrIdx="1116"/>
  <p:cmAuthor id="1118" name="王丰_aE3uARfm" initials="authorId_383357774" lastIdx="0" clrIdx="1117"/>
  <p:cmAuthor id="1119" name="CVTEr" initials="C" lastIdx="0" clrIdx="1118"/>
  <p:cmAuthor id="1120" name="方少_UbQfrimU" initials="authorId_442114952" lastIdx="0" clrIdx="1119"/>
  <p:cmAuthor id="1121" name="June C" initials="J" lastIdx="0" clrIdx="1120"/>
  <p:cmAuthor id="1122" name="叶盛_Q3A3IfEf" initials="authorId_506280334" lastIdx="0" clrIdx="1121"/>
  <p:cmAuthor id="1123" name="00270" initials="0" lastIdx="0" clrIdx="1122"/>
  <p:cmAuthor id="1124" name="Harley._bEJrUJ7r" initials="authorId_432156705" lastIdx="0" clrIdx="1123"/>
  <p:cmAuthor id="1125" name="IBM_USER" initials="I" lastIdx="0" clrIdx="1124"/>
  <p:cmAuthor id="1126" name="罗平_VB7vJb2E" initials="authorId_305049361" lastIdx="0" clrIdx="1125"/>
  <p:cmAuthor id="1127" name="aa" initials="a" lastIdx="0" clrIdx="1126"/>
  <p:cmAuthor id="1128" name="xixi_nUjqe22E" initials="authorId_359229261" lastIdx="0" clrIdx="1127"/>
  <p:cmAuthor id="1129" name="shinevin liu" initials="s" lastIdx="0" clrIdx="1128"/>
  <p:cmAuthor id="1130" name="安安_zm6nYnYZ" initials="authorId_347340296" lastIdx="0" clrIdx="1129"/>
  <p:cmAuthor id="1131" name="Davidpeng" initials="D" lastIdx="0" clrIdx="1130"/>
  <p:cmAuthor id="1132" name="nature_emInFJF7" initials="authorId_313163542" lastIdx="0" clrIdx="1131"/>
  <p:cmAuthor id="1133" name="dbc" initials="d" lastIdx="0" clrIdx="1132"/>
  <p:cmAuthor id="1134" name="杨思思_VNjyvY7j" initials="authorId_430925712" lastIdx="0" clrIdx="1133"/>
  <p:cmAuthor id="1135" name="吴军影" initials="吴" lastIdx="0" clrIdx="1134"/>
  <p:cmAuthor id="1136" name="周君_MfIffYra" initials="authorId_375419134" lastIdx="0" clrIdx="1135"/>
  <p:cmAuthor id="1137" name="冯学沛" initials="冯" lastIdx="0" clrIdx="1136"/>
  <p:cmAuthor id="1138" name="杨 超" initials="杨" lastIdx="0" clrIdx="1137"/>
  <p:cmAuthor id="1139" name="Rex" initials="R" lastIdx="0" clrIdx="1138"/>
  <p:cmAuthor id="1140" name="椰子哈哈哈" initials="椰" lastIdx="0" clrIdx="1139"/>
  <p:cmAuthor id="1141" name="群智集" initials="群" lastIdx="0" clrIdx="1140"/>
  <p:cmAuthor id="1142" name="郏 鹏" initials="郏" lastIdx="0" clrIdx="1141"/>
  <p:cmAuthor id="1143" name="郏鹏" initials="M" lastIdx="0" clrIdx="1142"/>
  <p:cmAuthor id="1144" name="黄 晓贤" initials="黄" lastIdx="0" clrIdx="1143"/>
  <p:cmAuthor id="1145" name="刘海娜|liuhaina" initials="W用" lastIdx="0" clrIdx="1144"/>
  <p:cmAuthor id="1146" name="goforever814" initials="g" lastIdx="0" clrIdx="1145"/>
  <p:cmAuthor id="1147" name="半暖时光" initials="半" lastIdx="0" clrIdx="1146"/>
  <p:cmAuthor id="1148" name="10375" initials="1" lastIdx="0" clrIdx="1147"/>
  <p:cmAuthor id="1149" name="倪燕子00036324" initials="倪" lastIdx="0" clrIdx="1148"/>
  <p:cmAuthor id="1150" name="颓废中奋进" initials="颓" lastIdx="0" clrIdx="1149"/>
  <p:cmAuthor id="1151" name="谭淼" initials="谭" lastIdx="0" clrIdx="1150"/>
  <p:cmAuthor id="1152" name="PENG" initials="P" lastIdx="0" clrIdx="1151"/>
  <p:cmAuthor id="1153" name="wink" initials="w" lastIdx="0" clrIdx="1152"/>
  <p:cmAuthor id="1154" name="贺龙" initials="贺" lastIdx="0" clrIdx="1153"/>
  <p:cmAuthor id="1155" name="Yangwei (sheep, Siebel)" initials="Y(S" lastIdx="0" clrIdx="1154"/>
  <p:cmAuthor id="1156" name="zcy" initials="z" lastIdx="0" clrIdx="1155"/>
  <p:cmAuthor id="1157" name="崔艳鹏" initials="崔" lastIdx="0" clrIdx="1156"/>
  <p:cmAuthor id="1158" name="DELL" initials="D" lastIdx="0" clrIdx="1157"/>
  <p:cmAuthor id="1159" name="8613250766486" initials="8" lastIdx="0" clrIdx="1158"/>
  <p:cmAuthor id="1160" name="丁喆彤" initials="丁" lastIdx="0" clrIdx="1159"/>
  <p:cmAuthor id="1161" name="yeqq06" initials="y" lastIdx="0" clrIdx="1160"/>
  <p:cmAuthor id="1162" name="张辉" initials="张" lastIdx="0" clrIdx="1161"/>
  <p:cmAuthor id="1163" name="hainan zheng" initials="h" lastIdx="0" clrIdx="1162"/>
  <p:cmAuthor id="1164" name="gayxb" initials="g" lastIdx="0" clrIdx="1163"/>
  <p:cmAuthor id="1165" name="lish54" initials="l" lastIdx="0" clrIdx="1164"/>
  <p:cmAuthor id="1166" name="百里 长青" initials="百" lastIdx="0" clrIdx="1165"/>
  <p:cmAuthor id="1167" name="时光" initials="时" lastIdx="0" clrIdx="1166"/>
  <p:cmAuthor id="1168" name="sk" initials="s" lastIdx="0" clrIdx="1167"/>
  <p:cmAuthor id="1169" name="部室管理员/软件开发中心/总行机关/ABC" initials="部" lastIdx="0" clrIdx="1168"/>
  <p:cmAuthor id="1170" name="zilong.li" initials="z" lastIdx="0" clrIdx="1169"/>
  <p:cmAuthor id="1171" name="weilizz" initials="weilizz" lastIdx="0" clrIdx="1170"/>
  <p:cmAuthor id="1172" name="shanshuyao@sd.cmcc" initials="shanshuyao@sd.cmcc" lastIdx="0" clrIdx="1171"/>
  <p:cmAuthor id="1173" name="姜香利" initials="姜" lastIdx="0" clrIdx="1172"/>
  <p:cmAuthor id="1174" name="姜文静" initials="姜" lastIdx="0" clrIdx="1173"/>
  <p:cmAuthor id="1175" name="xq" initials="x" lastIdx="0" clrIdx="1174"/>
  <p:cmAuthor id="1176" name="张晓燕(内蒙古巴彦淖尔)" initials="张" lastIdx="0" clrIdx="1175"/>
  <p:cmAuthor id="1177" name="LUO CHENG" initials="L" lastIdx="0" clrIdx="1176"/>
  <p:cmAuthor id="1178" name="shenyanning-001" initials="s" lastIdx="0" clrIdx="1177"/>
  <p:cmAuthor id="1179" name="Evander Wan" initials="E" lastIdx="0" clrIdx="1178"/>
  <p:cmAuthor id="1180" name="bing" initials="b" lastIdx="0" clrIdx="1179"/>
  <p:cmAuthor id="1181" name="hh" initials="h" lastIdx="0" clrIdx="1180"/>
  <p:cmAuthor id="1182" name="Hope0187" initials="H" lastIdx="0" clrIdx="1181"/>
  <p:cmAuthor id="1183" name="daiyi06" initials="d" lastIdx="0" clrIdx="1182"/>
  <p:cmAuthor id="1184" name="James Conard" initials="J" lastIdx="0" clrIdx="1183"/>
  <p:cmAuthor id="1185" name="Cpic" initials="C" lastIdx="0" clrIdx="1184"/>
  <p:cmAuthor id="1186" name="刘 念" initials="刘" lastIdx="0" clrIdx="1185"/>
  <p:cmAuthor id="1187" name="Wangzhi gang" initials="W" lastIdx="0" clrIdx="1186"/>
  <p:cmAuthor id="1188" name="李柯然" initials="李" lastIdx="0" clrIdx="1187"/>
  <p:cmAuthor id="1189" name="LENOVO" initials="L" lastIdx="0" clrIdx="1188"/>
  <p:cmAuthor id="1190" name="王玉" initials="王" lastIdx="0" clrIdx="1189"/>
  <p:cmAuthor id="1191" name="Ming Zuo" initials="M" lastIdx="0" clrIdx="1190"/>
  <p:cmAuthor id="1192" name="dreamsummit" initials="d" lastIdx="0" clrIdx="1191"/>
  <p:cmAuthor id="1193" name="张 博" initials="张" lastIdx="0" clrIdx="1192"/>
  <p:cmAuthor id="1194" name="LS" initials="L" lastIdx="0" clrIdx="1193"/>
  <p:cmAuthor id="1195" name="McGlasson, Louise" initials="M" lastIdx="0" clrIdx="1194"/>
  <p:cmAuthor id="1196" name="Morgan, Aaron" initials="M" lastIdx="0" clrIdx="1195"/>
  <p:cmAuthor id="1197" name="weige" initials="w" lastIdx="0" clrIdx="1196"/>
  <p:cmAuthor id="1198" name="李 俊琦" initials="李" lastIdx="0" clrIdx="1197"/>
  <p:cmAuthor id="1199" name="沈 鹤" initials="沈" lastIdx="0" clrIdx="1198"/>
  <p:cmAuthor id="1200" name="jilin" initials="j" lastIdx="0" clrIdx="1199"/>
  <p:cmAuthor id="1201" name="王保青-pah" initials="王" lastIdx="0" clrIdx="1200"/>
  <p:cmAuthor id="1202" name="Jason Li" initials="J" lastIdx="0" clrIdx="1201"/>
  <p:cmAuthor id="1203" name="duxingge" initials="d" lastIdx="0" clrIdx="1202"/>
  <p:cmAuthor id="1204" name="yingchao xi" initials="y" lastIdx="0" clrIdx="1203"/>
  <p:cmAuthor id="1205" name="depeng diao" initials="d" lastIdx="0" clrIdx="1204"/>
  <p:cmAuthor id="1206" name="amyzhang" initials="a" lastIdx="0" clrIdx="1205"/>
  <p:cmAuthor id="1207" name="JerryW" initials="J" lastIdx="0" clrIdx="1206"/>
  <p:cmAuthor id="1208" name="shenyy" initials="s" lastIdx="0" clrIdx="1207"/>
  <p:cmAuthor id="1209" name="Jason Cheung" initials="J" lastIdx="0" clrIdx="1208"/>
  <p:cmAuthor id="1210" name="刘笑" initials="刘" lastIdx="0" clrIdx="1209"/>
  <p:cmAuthor id="1211" name="Maggie" initials="M" lastIdx="0" clrIdx="1210"/>
  <p:cmAuthor id="1212" name="洋仔" initials="洋" lastIdx="0" clrIdx="1211"/>
  <p:cmAuthor id="1213" name="小州Gg" initials="小" lastIdx="0" clrIdx="1212"/>
  <p:cmAuthor id="1214" name="李宁" initials="李" lastIdx="0" clrIdx="1213"/>
  <p:cmAuthor id="1215" name="Jason" initials="J" lastIdx="0" clrIdx="1214"/>
  <p:cmAuthor id="1216" name="WPS" initials="W" lastIdx="0" clrIdx="1215"/>
  <p:cmAuthor id="1217" name="未知的使用者46" initials="未" lastIdx="0" clrIdx="1216"/>
  <p:cmAuthor id="1218" name="未知的使用者43" initials="未" lastIdx="0" clrIdx="1217"/>
  <p:cmAuthor id="1219" name=" LION" initials=" " lastIdx="0" clrIdx="1218"/>
  <p:cmAuthor id="1220" name="康斯坦尼斯拉夫斯基" initials="康" lastIdx="0" clrIdx="1219"/>
  <p:cmAuthor id="1221" name="WIN10" initials="W" lastIdx="0" clrIdx="1220"/>
  <p:cmAuthor id="1222" name="张松蕾" initials="C" lastIdx="0" clrIdx="1221"/>
  <p:cmAuthor id="1223" name="乐燕" initials="乐" lastIdx="0" clrIdx="1222"/>
  <p:cmAuthor id="1224" name="LBB" initials="L" lastIdx="0" clrIdx="1223"/>
  <p:cmAuthor id="1225" name="WPS_1669175722" initials="W" lastIdx="0" clrIdx="1224"/>
  <p:cmAuthor id="1226" name="杜立旺" initials="杜" lastIdx="0" clrIdx="1225"/>
  <p:cmAuthor id="1227" name="黄常宇" initials="黄" lastIdx="0" clrIdx="1226"/>
  <p:cmAuthor id="1228" name="David" initials="D" lastIdx="0" clrIdx="1227"/>
  <p:cmAuthor id="1229" name="永月墨夜" initials="永" lastIdx="0" clrIdx="1228"/>
  <p:cmAuthor id="1230" name="GYD" initials="G" lastIdx="0" clrIdx="1229"/>
  <p:cmAuthor id="1231" name="16640" initials="1" lastIdx="0" clrIdx="1230"/>
  <p:cmAuthor id="1232" name="刘付平" initials="刘" lastIdx="0" clrIdx="1231"/>
  <p:cmAuthor id="1233" name="cs" initials="c" lastIdx="0" clrIdx="1232"/>
  <p:cmAuthor id="1234" name="WPS_1716908770" initials="W" lastIdx="0" clrIdx="1233"/>
  <p:cmAuthor id="1235" name="吴开云" initials="吴" lastIdx="0" clrIdx="1234"/>
  <p:cmAuthor id="1236" name="李进进" initials="李" lastIdx="0" clrIdx="1235"/>
  <p:cmAuthor id="1237" name="虞新颖_36fmV3QV" initials="authorId_321496044" lastIdx="0" clrIdx="1236"/>
  <p:cmAuthor id="1238" name="鲁琪_ayIzYrYZ" initials="authorId_602698507" lastIdx="0" clrIdx="1237"/>
  <p:cmAuthor id="1239" name="黄百成_m6Jjq6bQ" initials="authorId_901868002" lastIdx="0" clrIdx="1238"/>
  <p:cmAuthor id="1240" name="zhangbai" initials="z" lastIdx="0" clrIdx="1239"/>
  <p:cmAuthor id="1241" name="陈依依" initials="陈" lastIdx="0" clrIdx="1240"/>
  <p:cmAuthor id="1242" name="q1521" initials="q" lastIdx="0" clrIdx="1241"/>
  <p:cmAuthor id="1243" name="小迷糊" initials="小" lastIdx="0" clrIdx="1242"/>
  <p:cmAuthor id="1244" name="月亮是我啃弯的" initials="月" lastIdx="0" clrIdx="1243"/>
  <p:cmAuthor id="1245" name="zhangmeng" initials="z" lastIdx="0" clrIdx="1244"/>
  <p:cmAuthor id="1246" name="天天向上" initials="天" lastIdx="0" clrIdx="1245"/>
  <p:cmAuthor id="1247" name="The One" initials="T" lastIdx="0" clrIdx="1246"/>
  <p:cmAuthor id="1248" name="盖珂" initials="GK" lastIdx="0" clrIdx="1247"/>
  <p:cmAuthor id="1249" name="tonghailan" initials="t" lastIdx="0" clrIdx="1248"/>
  <p:cmAuthor id="1250" name="WANG Shaoying" initials="W" lastIdx="0" clrIdx="1249"/>
  <p:cmAuthor id="1251" name="黄晓平" initials="黄" lastIdx="0" clrIdx="1250"/>
  <p:cmAuthor id="1252" name="yu 1" initials="y1" lastIdx="0" clrIdx="1251"/>
  <p:cmAuthor id="1253" name="乐" initials="乐" lastIdx="0" clrIdx="1252"/>
  <p:cmAuthor id="1254" name="泽斌 王" initials="泽斌" lastIdx="0" clrIdx="1253"/>
  <p:cmAuthor id="1255" name="haha" initials="h" lastIdx="0" clrIdx="1254"/>
  <p:cmAuthor id="1256" name="程 子" initials="程" lastIdx="0" clrIdx="1255"/>
  <p:cmAuthor id="1257" name="zuokanyunqi" initials="z" lastIdx="0" clrIdx="1256"/>
  <p:cmAuthor id="1258" name="唐 赛" initials="唐" lastIdx="0" clrIdx="1257"/>
  <p:cmAuthor id="1259" name="刘 翀" initials="刘" lastIdx="0" clrIdx="1258"/>
  <p:cmAuthor id="1260" name="高飞" initials="高" lastIdx="0" clrIdx="1259"/>
  <p:cmAuthor id="1261" name="曼 王" initials="曼王" lastIdx="0" clrIdx="1260"/>
  <p:cmAuthor id="1262" name="李庆兵" initials="A" lastIdx="0" clrIdx="1261"/>
  <p:cmAuthor id="1263" name="xzb1" initials="x" lastIdx="0" clrIdx="1262"/>
  <p:cmAuthor id="1264" name="gongliping" initials="g" lastIdx="0" clrIdx="1263"/>
  <p:cmAuthor id="1265" name="dieforlove" initials="die" lastIdx="0" clrIdx="1264"/>
  <p:cmAuthor id="1266" name="K21" initials="K" lastIdx="0" clrIdx="1265"/>
  <p:cmAuthor id="1267" name="贾宏波" initials="J" lastIdx="0" clrIdx="1266"/>
  <p:cmAuthor id="1268" name="张洋洋" initials="张洋洋" lastIdx="0" clrIdx="1267"/>
  <p:cmAuthor id="1269" name="马 啸" initials="马" lastIdx="0" clrIdx="1268"/>
  <p:cmAuthor id="1270" name="c" initials="c" lastIdx="0" clrIdx="1269"/>
  <p:cmAuthor id="1271" name="xiaweiwei" initials="x" lastIdx="0" clrIdx="1270"/>
  <p:cmAuthor id="1272" name="Fan" initials="F" lastIdx="0" clrIdx="1271"/>
  <p:cmAuthor id="1273" name="罗 冰" initials="罗" lastIdx="0" clrIdx="1272"/>
  <p:cmAuthor id="1274" name="yang li" initials="yl" lastIdx="0" clrIdx="1273"/>
  <p:cmAuthor id="1275" name="gmcc" initials="g" lastIdx="0" clrIdx="1274"/>
  <p:cmAuthor id="1276" name="10025093" initials="1" lastIdx="0" clrIdx="1275"/>
  <p:cmAuthor id="1277" name="10078380" initials="1" lastIdx="0" clrIdx="1276"/>
  <p:cmAuthor id="1278" name="li kai" initials="lk" lastIdx="0" clrIdx="1277"/>
  <p:cmAuthor id="1279" name="皓 菊" initials="皓" lastIdx="0" clrIdx="1278"/>
  <p:cmAuthor id="1280" name="山西公司计划部刘智" initials="u" lastIdx="0" clrIdx="1279"/>
  <p:cmAuthor id="1281" name="cmcc" initials="c" lastIdx="0" clrIdx="1280"/>
  <p:cmAuthor id="1282" name="徐亮" initials="XL" lastIdx="0" clrIdx="1281"/>
  <p:cmAuthor id="1283" name="10295142" initials="1" lastIdx="0" clrIdx="1282"/>
  <p:cmAuthor id="1284" name="wudandan" initials="w" lastIdx="0" clrIdx="1283"/>
  <p:cmAuthor id="1285" name="syq" initials="s" lastIdx="0" clrIdx="1284"/>
  <p:cmAuthor id="1286" name="Qlstc" initials="Q" lastIdx="0" clrIdx="1285"/>
  <p:cmAuthor id="1287" name="泾伦" initials="泾伦" lastIdx="0" clrIdx="1286"/>
  <p:cmAuthor id="1288" name="A6910@365ms.vip" initials="A" lastIdx="0" clrIdx="1287"/>
  <p:cmAuthor id="1289" name="su liqin" initials="sl" lastIdx="0" clrIdx="1288"/>
  <p:cmAuthor id="1290" name="陈召国" initials="c" lastIdx="0" clrIdx="1289"/>
  <p:cmAuthor id="1291" name="migu" initials="m" lastIdx="0" clrIdx="1290"/>
  <p:cmAuthor id="1292" name="10072453" initials="1" lastIdx="0" clrIdx="1291"/>
  <p:cmAuthor id="1293" name="王明明" initials="王" lastIdx="0" clrIdx="1292"/>
  <p:cmAuthor id="1294" name="Lenovo User" initials="L" lastIdx="0" clrIdx="1293"/>
  <p:cmAuthor id="1295" name="Kevin" initials="K" lastIdx="0" clrIdx="1294"/>
  <p:cmAuthor id="1296" name="caipeiyuan@sd.cmcc" initials="caipeiyuan" lastIdx="0" clrIdx="1295"/>
  <p:cmAuthor id="1297" name="朱绍春" initials="朱" lastIdx="0" clrIdx="1296"/>
  <p:cmAuthor id="1298" name="番茄花园" initials="番" lastIdx="0" clrIdx="1297"/>
  <p:cmAuthor id="1299" name="朱悦龙" initials="朱" lastIdx="0" clrIdx="1298"/>
  <p:cmAuthor id="1300" name="evil" initials="e" lastIdx="0" clrIdx="1299"/>
  <p:cmAuthor id="1301" name="dell" initials="d" lastIdx="0" clrIdx="1300"/>
  <p:cmAuthor id="1302" name="吕志勇" initials="吕" lastIdx="0" clrIdx="1301"/>
  <p:cmAuthor id="1303" name="未知的使用者42" initials="" lastIdx="0" clrIdx="1302"/>
  <p:cmAuthor id="1304" name="rq fan" initials="r" lastIdx="0" clrIdx="1303"/>
  <p:cmAuthor id="1305" name="dingbo" initials="d" lastIdx="0" clrIdx="1304"/>
  <p:cmAuthor id="1306" name="丁芙蓉" initials="丁" lastIdx="0" clrIdx="1305"/>
  <p:cmAuthor id="1307" name="许弘扬" initials="许" lastIdx="0" clrIdx="1306"/>
  <p:cmAuthor id="1308" name="lc xue" initials="lx" lastIdx="0" clrIdx="1307"/>
  <p:cmAuthor id="1309" name="曹劲然" initials="曹" lastIdx="0" clrIdx="1308"/>
  <p:cmAuthor id="1310" name="安 启飞" initials="安" lastIdx="0" clrIdx="1309"/>
  <p:cmAuthor id="1311" name="晨曦_n6n2bAVB" initials="authorId_925318141" lastIdx="0" clrIdx="1310"/>
  <p:cmAuthor id="1312" name="庞亦龙" initials="庞亦龙" lastIdx="0" clrIdx="1311"/>
  <p:cmAuthor id="1313" name="Xiaosu Wang" initials="XW" lastIdx="0" clrIdx="1312"/>
  <p:cmAuthor id="1314" name="靖哥哥" initials="靖" lastIdx="0" clrIdx="1313"/>
  <p:cmAuthor id="1315" name="岳晓丽" initials="岳" lastIdx="0" clrIdx="1314"/>
  <p:cmAuthor id="1316" name="Q ii" initials="Qi" lastIdx="0" clrIdx="1315"/>
  <p:cmAuthor id="1317" name="妍" initials="妍" lastIdx="0" clrIdx="1316"/>
  <p:cmAuthor id="1318" name="东东1367915364" initials="东" lastIdx="0" clrIdx="1317"/>
  <p:cmAuthor id="1319" name="Tomorrow" initials="T" lastIdx="0" clrIdx="1318"/>
  <p:cmAuthor id="1320" name="zw zhou" initials="zz" lastIdx="0" clrIdx="1319"/>
  <p:cmAuthor id="1321" name="✨ Nicole " initials="✨" lastIdx="0" clrIdx="1320"/>
  <p:cmAuthor id="1322" name="李凤仪" initials="李" lastIdx="0" clrIdx="1321"/>
  <p:cmAuthor id="1323" name="于洁" initials="于" lastIdx="0" clrIdx="1322"/>
  <p:cmAuthor id="1324" name="WPS_1551318853" initials="W" lastIdx="0" clrIdx="1323"/>
  <p:cmAuthor id="1325" name="X13-Y" initials="X" lastIdx="0" clrIdx="1324"/>
  <p:cmAuthor id="1326" name="哎呀呀何牙牙" initials="哎" lastIdx="0" clrIdx="1325"/>
  <p:cmAuthor id="1327" name="罗志军" initials="罗" lastIdx="0" clrIdx="1326"/>
  <p:cmAuthor id="1328" name="zzzz" initials="z" lastIdx="0" clrIdx="1327"/>
  <p:cmAuthor id="1329" name="王旭" initials="王" lastIdx="0" clrIdx="1328"/>
  <p:cmAuthor id="1330" name=" 胖哒慧" initials="" lastIdx="0" clrIdx="1329"/>
  <p:cmAuthor id="1331" name="笑咪咪" initials="笑" lastIdx="0" clrIdx="1330"/>
  <p:cmAuthor id="1332" name="波波" initials="波" lastIdx="0" clrIdx="1331"/>
  <p:cmAuthor id="1333" name="吴雅琪" initials="吴" lastIdx="0" clrIdx="1332"/>
  <p:cmAuthor id="1334" name="colin" initials="c" lastIdx="0" clrIdx="1333"/>
  <p:cmAuthor id="1335" name="小阳光" initials="小" lastIdx="0" clrIdx="1334"/>
  <p:cmAuthor id="1336" name="xxx" initials="x" lastIdx="0" clrIdx="1335"/>
  <p:cmAuthor id="1337" name="JeanMayLee" initials="J" lastIdx="0" clrIdx="1336"/>
  <p:cmAuthor id="1338" name="SFY" initials="S" lastIdx="0" clrIdx="1337"/>
  <p:cmAuthor id="1339" name="Q" initials="Q" lastIdx="0" clrIdx="1338"/>
  <p:cmAuthor id="1340" name="M" initials="IT" lastIdx="0" clrIdx="1339"/>
  <p:cmAuthor id="1341" name="番茄^_^" initials="番" lastIdx="0" clrIdx="1340"/>
  <p:cmAuthor id="1342" name="Wanglexun(Leo,CMCC Marketing)" initials="WM" lastIdx="0" clrIdx="1341"/>
  <p:cmAuthor id="1343" name="ccc" initials="c" lastIdx="0" clrIdx="1342"/>
  <p:cmAuthor id="1344" name="chris" initials="c" lastIdx="0" clrIdx="1343"/>
  <p:cmAuthor id="1345" name="Fanny" initials="F" lastIdx="0" clrIdx="1344"/>
  <p:cmAuthor id="1346" name="FAN" initials="F" lastIdx="0" clrIdx="1345"/>
  <p:cmAuthor id="1347" name="大眼猫711MAN" initials="大" lastIdx="0" clrIdx="1346"/>
  <p:cmAuthor id="1348" name="sunaoran" initials="s" lastIdx="0" clrIdx="1347"/>
  <p:cmAuthor id="1349" name="begin" initials="b" lastIdx="0" clrIdx="1348"/>
  <p:cmAuthor id="1350" name="cyq" initials="c" lastIdx="0" clrIdx="1349"/>
  <p:cmAuthor id="1351" name="yangsong" initials="y" lastIdx="0" clrIdx="1350"/>
  <p:cmAuthor id="1352" name="Oscar" initials="O" lastIdx="0" clrIdx="1351"/>
  <p:cmAuthor id="1353" name="myl" initials="m" lastIdx="0" clrIdx="1352"/>
  <p:cmAuthor id="1354" name="刘晓富" initials="User" lastIdx="0" clrIdx="1353"/>
  <p:cmAuthor id="1355" name="桑榆" initials="桑" lastIdx="0" clrIdx="1354"/>
  <p:cmAuthor id="1356" name="Mmm" initials="M" lastIdx="0" clrIdx="1355"/>
  <p:cmAuthor id="1357" name="CabayJenne" initials="C" lastIdx="0" clrIdx="1356"/>
  <p:cmAuthor id="1358" name="邢开" initials="邢" lastIdx="0" clrIdx="1357"/>
  <p:cmAuthor id="1359" name="sunqi" initials="s" lastIdx="0" clrIdx="1358"/>
  <p:cmAuthor id="1360" name="华" initials="华" lastIdx="0" clrIdx="1359"/>
  <p:cmAuthor id="1361" name="武戎" initials="武" lastIdx="0" clrIdx="1360"/>
  <p:cmAuthor id="1362" name="奇点" initials="奇" lastIdx="0" clrIdx="1361"/>
  <p:cmAuthor id="1363" name="晚·峰" initials="晚" lastIdx="0" clrIdx="1362"/>
  <p:cmAuthor id="1364" name="张鑫" initials="张" lastIdx="0" clrIdx="1363"/>
  <p:cmAuthor id="1365" name="车旭" initials="车" lastIdx="0" clrIdx="1364"/>
  <p:cmAuthor id="1366" name="Pearson.Zhao" initials="P" lastIdx="0" clrIdx="1365"/>
  <p:cmAuthor id="1367" name="DldUlcks" initials="D" lastIdx="0" clrIdx="1366"/>
  <p:cmAuthor id="1368" name="And you？" initials="A" lastIdx="0" clrIdx="1367"/>
  <p:cmAuthor id="1369" name="依依" initials="依" lastIdx="0" clrIdx="1368"/>
  <p:cmAuthor id="1370" name="WPS_1686010660" initials="W" lastIdx="0" clrIdx="1369"/>
  <p:cmAuthor id="1371" name="lihui" initials="l" lastIdx="0" clrIdx="1370"/>
  <p:cmAuthor id="1372" name="木漏れ日" initials="木" lastIdx="0" clrIdx="1371"/>
  <p:cmAuthor id="1373" name="张磊" initials="张" lastIdx="0" clrIdx="1372"/>
  <p:cmAuthor id="1374" name="柚子" initials="柚" lastIdx="0" clrIdx="1373"/>
  <p:cmAuthor id="1375" name="XIAN" initials="X" lastIdx="0" clrIdx="1374"/>
  <p:cmAuthor id="1376" name="Wang lei" initials="W" lastIdx="0" clrIdx="1375"/>
  <p:cmAuthor id="1377" name="guoshasha@hq.cmcc" initials="guoshasha" lastIdx="0" clrIdx="1376"/>
  <p:cmAuthor id="1378" name="刘佳颖" initials="刘" lastIdx="0" clrIdx="1377"/>
  <p:cmAuthor id="1379" name="youran" initials="y" lastIdx="0" clrIdx="1378"/>
  <p:cmAuthor id="1380" name="00332340" initials="0" lastIdx="0" clrIdx="1379"/>
  <p:cmAuthor id="1381" name="00260515" initials="HRP" lastIdx="0" clrIdx="1380"/>
  <p:cmAuthor id="1382" name="佰吉" initials="佰" lastIdx="0" clrIdx="1381"/>
  <p:cmAuthor id="1383" name="WPS_1592556096" initials="W" lastIdx="0" clrIdx="1382"/>
  <p:cmAuthor id="1384" name="张因然10112423" initials="1" lastIdx="0" clrIdx="1383"/>
  <p:cmAuthor id="1385" name="仇怿俊" initials="仇" lastIdx="0" clrIdx="1384"/>
  <p:cmAuthor id="1386" name="10024885" initials="1" lastIdx="0" clrIdx="1385"/>
  <p:cmAuthor id="1387" name="think" initials="t" lastIdx="0" clrIdx="1386"/>
  <p:cmAuthor id="1388" name="10181267" initials="1" lastIdx="0" clrIdx="1387"/>
  <p:cmAuthor id="1389" name="dengwanting" initials="d" lastIdx="0" clrIdx="1388"/>
  <p:cmAuthor id="1390" name="吴体华" initials="吴" lastIdx="0" clrIdx="1389"/>
  <p:cmAuthor id="1391" name="Wenjing zhou" initials="Wz" lastIdx="0" clrIdx="1390"/>
  <p:cmAuthor id="1392" name="10009993" initials="1" lastIdx="0" clrIdx="1391"/>
  <p:cmAuthor id="1393" name="goulei" initials="g" lastIdx="0" clrIdx="1392"/>
  <p:cmAuthor id="1394" name="10161768" initials="1" lastIdx="0" clrIdx="1393"/>
  <p:cmAuthor id="1395" name="lin" initials="l" lastIdx="0" clrIdx="1394"/>
  <p:cmAuthor id="1396" name="10023731" initials="1" lastIdx="0" clrIdx="1395"/>
  <p:cmAuthor id="1397" name="jinpengcheng" initials="j" lastIdx="0" clrIdx="1396"/>
  <p:cmAuthor id="1398" name="10285279" initials="1" lastIdx="0" clrIdx="1397"/>
  <p:cmAuthor id="1399" name="10036782" initials="1" lastIdx="0" clrIdx="1398"/>
  <p:cmAuthor id="1400" name="许愿池的~" initials="许" lastIdx="0" clrIdx="1399"/>
  <p:cmAuthor id="1401" name="董艺萱00344473" initials="董艺萱003444" lastIdx="0" clrIdx="1400"/>
  <p:cmAuthor id="1402" name="10270505" initials="1" lastIdx="0" clrIdx="1401"/>
  <p:cmAuthor id="1403" name="10145512" initials="1" lastIdx="0" clrIdx="1402"/>
  <p:cmAuthor id="1404" name="liyanit02" initials="l" lastIdx="0" clrIdx="1403"/>
  <p:cmAuthor id="1405" name="00025099" initials="0" lastIdx="0" clrIdx="1404"/>
  <p:cmAuthor id="1406" name="10225041" initials="1" lastIdx="0" clrIdx="1405"/>
  <p:cmAuthor id="1407" name="00242950" initials="0" lastIdx="0" clrIdx="1406"/>
  <p:cmAuthor id="1408" name="10129659" initials="1" lastIdx="0" clrIdx="1407"/>
  <p:cmAuthor id="1409" name="-facile" initials="-" lastIdx="0" clrIdx="1408"/>
  <p:cmAuthor id="1410" name="10033218" initials="1" lastIdx="0" clrIdx="1409"/>
  <p:cmAuthor id="1411" name="10096786" initials="1" lastIdx="0" clrIdx="1410"/>
  <p:cmAuthor id="1412" name="jinfanbo" initials="j" lastIdx="0" clrIdx="1411"/>
  <p:cmAuthor id="1413" name="10078316" initials="1" lastIdx="0" clrIdx="1412"/>
  <p:cmAuthor id="1414" name="guron" initials="g" lastIdx="0" clrIdx="1413"/>
  <p:cmAuthor id="1415" name="微笑" initials="微" lastIdx="0" clrIdx="1414"/>
  <p:cmAuthor id="1416" name="鱼爱吃猫8" initials="鱼" lastIdx="0" clrIdx="1415"/>
  <p:cmAuthor id="1417" name="UOS" initials="U" lastIdx="0" clrIdx="1416"/>
  <p:cmAuthor id="1418" name="佟鑫" initials="佟" lastIdx="0" clrIdx="1417"/>
  <p:cmAuthor id="1419" name="13488749431手机用户" initials="1" lastIdx="0" clrIdx="1418"/>
  <p:cmAuthor id="1420" name="Miao" initials="M" lastIdx="0" clrIdx="1419"/>
  <p:cmAuthor id="1421" name="任静" initials="任" lastIdx="0" clrIdx="1420"/>
  <p:cmAuthor id="1422" name="骑蜗牛私奔" initials="骑" lastIdx="0" clrIdx="1421"/>
  <p:cmAuthor id="1423" name="张裴" initials="张" lastIdx="0" clrIdx="1422"/>
  <p:cmAuthor id="1424" name="." initials="." lastIdx="0" clrIdx="1423"/>
  <p:cmAuthor id="1425" name="WPS_1602979380" initials="W" lastIdx="0" clrIdx="1424"/>
  <p:cmAuthor id="1426" name="Cool" initials="C" lastIdx="0" clrIdx="1425"/>
  <p:cmAuthor id="1427" name="梅杰" initials="梅" lastIdx="0" clrIdx="1426"/>
  <p:cmAuthor id="1428" name="微信用户" initials="微" lastIdx="0" clrIdx="1427"/>
  <p:cmAuthor id="1429" name="戴停" initials="戴" lastIdx="0" clrIdx="1428"/>
  <p:cmAuthor id="1430" name="182----2928" initials="1" lastIdx="0" clrIdx="1429"/>
  <p:cmAuthor id="1431" name="勿忘初心" initials="勿" lastIdx="0" clrIdx="1430"/>
  <p:cmAuthor id="1432" name="Baymax" initials="B" lastIdx="0" clrIdx="1431"/>
  <p:cmAuthor id="1433" name="johnさん雲起" initials="j" lastIdx="0" clrIdx="1432"/>
  <p:cmAuthor id="1434" name="`Mark." initials="`" lastIdx="0" clrIdx="1433"/>
  <p:cmAuthor id="1435" name="jh d" initials="jd" lastIdx="0" clrIdx="1434"/>
  <p:cmAuthor id="1436" name="袁昭成" initials="袁" lastIdx="0" clrIdx="1435"/>
  <p:cmAuthor id="1437" name="Mr Keating" initials="M" lastIdx="0" clrIdx="1436"/>
  <p:cmAuthor id="1438" name="kk" initials="k" lastIdx="0" clrIdx="1437"/>
  <p:cmAuthor id="1439" name="Guojianhong (Alexander)" initials="G(" lastIdx="0" clrIdx="1438"/>
  <p:cmAuthor id="1440" name="王漫雪" initials="王" lastIdx="0" clrIdx="1439"/>
  <p:cmAuthor id="1441" name="张伟伟" initials="张" lastIdx="0" clrIdx="1440"/>
  <p:cmAuthor id="1442" name="zhyh" initials="z" lastIdx="0" clrIdx="1441"/>
  <p:cmAuthor id="1443" name="左" initials="左" lastIdx="0" clrIdx="1442"/>
  <p:cmAuthor id="1444" name="聪" initials="聪" lastIdx="0" clrIdx="1443"/>
  <p:cmAuthor id="1445" name="15036" initials="1" lastIdx="0" clrIdx="1444"/>
  <p:cmAuthor id="1446" name="曹沫杉" initials="曹" lastIdx="0" clrIdx="1445"/>
  <p:cmAuthor id="1447" name="赵亚琦" initials="1" lastIdx="0" clrIdx="1446"/>
  <p:cmAuthor id="1448" name="未知用户301" initials="未" lastIdx="0" clrIdx="1447"/>
  <p:cmAuthor id="1449" name="未知的使用者205" initials="未" lastIdx="0" clrIdx="1448"/>
  <p:cmAuthor id="1450" name="未知的使用者194" initials="未" lastIdx="0" clrIdx="1449"/>
  <p:cmAuthor id="1451" name="未知的使用者195" initials="未" lastIdx="0" clrIdx="1450"/>
  <p:cmAuthor id="1452" name="未知的使用者196" initials="未" lastIdx="0" clrIdx="1451"/>
  <p:cmAuthor id="1453" name="未知的使用者203" initials="未" lastIdx="0" clrIdx="1452"/>
  <p:cmAuthor id="1454" name="未知用户277" initials="未" lastIdx="0" clrIdx="1453"/>
  <p:cmAuthor id="1455" name="未知用户256" initials="未" lastIdx="0" clrIdx="1454"/>
  <p:cmAuthor id="1456" name="未知用户258" initials="未" lastIdx="0" clrIdx="1455"/>
  <p:cmAuthor id="1457" name="未知用户260" initials="未" lastIdx="0" clrIdx="1456"/>
  <p:cmAuthor id="1458" name="未知用户262" initials="未" lastIdx="0" clrIdx="1457"/>
  <p:cmAuthor id="1459" name="未知用户263" initials="未" lastIdx="0" clrIdx="1458"/>
  <p:cmAuthor id="1460" name="未知用户244" initials="未" lastIdx="0" clrIdx="1459"/>
  <p:cmAuthor id="1461" name="未知用户245" initials="未" lastIdx="0" clrIdx="1460"/>
  <p:cmAuthor id="1462" name="未知用户276" initials="未" lastIdx="0" clrIdx="1461"/>
  <p:cmAuthor id="1463" name="gj" initials="g" lastIdx="0" clrIdx="1462"/>
  <p:cmAuthor id="1464" name="姚丽娟" initials="姚" lastIdx="0" clrIdx="1463"/>
  <p:cmAuthor id="1465" name="Unknown User58" initials="U" lastIdx="0" clrIdx="1464"/>
  <p:cmAuthor id="1466" name="未知用户358" initials="未" lastIdx="0" clrIdx="1465"/>
  <p:cmAuthor id="1467" name="未知用户359" initials="未" lastIdx="0" clrIdx="1466"/>
  <p:cmAuthor id="1468" name="未知用户360" initials="未" lastIdx="0" clrIdx="1467"/>
  <p:cmAuthor id="1469" name="未知用户364" initials="未" lastIdx="0" clrIdx="1468"/>
  <p:cmAuthor id="1470" name="Heyhx" initials="H" lastIdx="0" clrIdx="1469"/>
  <p:cmAuthor id="1471" name="未知用户307" initials="未" lastIdx="0" clrIdx="1470"/>
  <p:cmAuthor id="1472" name="王启良" initials="王" lastIdx="0" clrIdx="1471"/>
  <p:cmAuthor id="1473" name="未知用户315" initials="未" lastIdx="0" clrIdx="1472"/>
  <p:cmAuthor id="1474" name="未知用户317" initials="未" lastIdx="0" clrIdx="1473"/>
  <p:cmAuthor id="1475" name="未知用户329" initials="未" lastIdx="0" clrIdx="1474"/>
  <p:cmAuthor id="1476" name="未知用户333" initials="未" lastIdx="0" clrIdx="1475"/>
  <p:cmAuthor id="1477" name="Carol Wu" initials="C" lastIdx="0" clrIdx="1476"/>
  <p:cmAuthor id="1478" name="未知用户341" initials="未" lastIdx="0" clrIdx="1477"/>
  <p:cmAuthor id="1479" name="未知用户304" initials="未" lastIdx="0" clrIdx="1478"/>
  <p:cmAuthor id="1480" name="未知用户305" initials="未" lastIdx="0" clrIdx="1479"/>
  <p:cmAuthor id="1481" name="未知用户309" initials="未" lastIdx="0" clrIdx="1480"/>
  <p:cmAuthor id="1482" name="未知用户311" initials="未" lastIdx="0" clrIdx="1481"/>
  <p:cmAuthor id="1483" name="未知用户407" initials="未" lastIdx="0" clrIdx="1482"/>
  <p:cmAuthor id="1484" name="Tome" initials="T" lastIdx="0" clrIdx="1483"/>
  <p:cmAuthor id="1485" name="sizx" initials="s" lastIdx="0" clrIdx="1484"/>
  <p:cmAuthor id="1486" name="NTKO" initials="H" lastIdx="0" clrIdx="1485"/>
  <p:cmAuthor id="1487" name="Tianchi Yao" initials="TY" lastIdx="0" clrIdx="1486"/>
  <p:cmAuthor id="1488" name="秀雪 贾" initials="秀贾" lastIdx="0" clrIdx="1487"/>
  <p:cmAuthor id="1489" name="xiaoming chang" initials="xc" lastIdx="0" clrIdx="1488"/>
  <p:cmAuthor id="1490" name="周豪特_N7nyVj2I" initials="authorId_419394838" lastIdx="0" clrIdx="1489"/>
  <p:cmAuthor id="1491" name="丁华乐_qaMraEby" initials="authorId_616659736" lastIdx="0" clrIdx="1490"/>
  <p:cmAuthor id="1492" name="a1270005862@outlook.com" initials="a" lastIdx="0" clrIdx="1491"/>
  <p:cmAuthor id="1493" name="jiapeng wong" initials="jw" lastIdx="0" clrIdx="1492"/>
  <p:cmAuthor id="1494" name="未知用户410" initials="未" lastIdx="0" clrIdx="1493"/>
  <p:cmAuthor id="1495" name="ae2000" initials="a" lastIdx="0" clrIdx="1494"/>
  <p:cmAuthor id="1496" name="晓琳 李" initials="晓琳" lastIdx="0" clrIdx="1495"/>
  <p:cmAuthor id="1497" name="shye_EbMrZnMJ" initials="authorId_858303361" lastIdx="0" clrIdx="1496"/>
  <p:cmAuthor id="1498" name="王伟栋_ymIjy2uI" initials="authorId_1008746-10055544" lastIdx="0" clrIdx="1497"/>
  <p:cmAuthor id="1499" name="administrator" initials="ad" lastIdx="0" clrIdx="1498"/>
  <p:cmAuthor id="1500" name="jiaru tiger" initials="jt" lastIdx="0" clrIdx="1499"/>
  <p:cmAuthor id="1501" name="lianghb" initials="l" lastIdx="0" clrIdx="1500"/>
  <p:cmAuthor id="1502" name="Piec, Magdalene" initials="PM" lastIdx="0" clrIdx="1501"/>
  <p:cmAuthor id="1503" name="Lin Xiufeng" initials="LX" lastIdx="0" clrIdx="1502"/>
  <p:cmAuthor id="1504" name="13766" initials="1" lastIdx="0" clrIdx="1503"/>
  <p:cmAuthor id="1505" name="李 雨" initials="李" lastIdx="0" clrIdx="1504"/>
  <p:cmAuthor id="1506" name="gong mengyao" initials="gm" lastIdx="0" clrIdx="1505"/>
  <p:cmAuthor id="1507" name="xiashuang@hl.cmcc" initials="x" lastIdx="0" clrIdx="1506"/>
  <p:cmAuthor id="1508" name="ThinkPad" initials="T" lastIdx="0" clrIdx="1507"/>
  <p:cmAuthor id="1509" name="莫滔10110373" initials="莫" lastIdx="0" clrIdx="1508"/>
  <p:cmAuthor id="1510" name="熊先奎10009191" initials="熊" lastIdx="0" clrIdx="1509"/>
  <p:cmAuthor id="1511" name="10091268" initials="1" lastIdx="0" clrIdx="1510"/>
  <p:cmAuthor id="1512" name="HPTDI" initials="H" lastIdx="0" clrIdx="1511"/>
  <p:cmAuthor id="1513" name="马宇媛" initials="马" lastIdx="0" clrIdx="1512"/>
  <p:cmAuthor id="1514" name="zhouwd" initials="z" lastIdx="0" clrIdx="1513"/>
  <p:cmAuthor id="1515" name="00035181" initials="0" lastIdx="0" clrIdx="1514"/>
  <p:cmAuthor id="1516" name="张燕" initials="张" lastIdx="0" clrIdx="1515"/>
  <p:cmAuthor id="1517" name="韩晓宇00207529" initials="韩晓宇00207529" lastIdx="0" clrIdx="1516"/>
  <p:cmAuthor id="1518" name="10009110" initials="1" lastIdx="0" clrIdx="1517"/>
  <p:cmAuthor id="1519" name="wyz" initials="w" lastIdx="0" clrIdx="1518"/>
  <p:cmAuthor id="1520" name="王凯10177225" initials="王" lastIdx="0" clrIdx="1519"/>
  <p:cmAuthor id="1521" name="IrisH" initials="I" lastIdx="0" clrIdx="1520"/>
  <p:cmAuthor id="1522" name="早早" initials="早" lastIdx="0" clrIdx="1521"/>
  <p:cmAuthor id="1523" name="yuange" initials="y" lastIdx="0" clrIdx="1522"/>
  <p:cmAuthor id="1524" name="未知用户107" initials="" lastIdx="0" clrIdx="1523"/>
  <p:cmAuthor id="1525" name="未知的使用者83" initials="" lastIdx="0" clrIdx="1524"/>
  <p:cmAuthor id="1526" name="未知的使用者118" initials="" lastIdx="0" clrIdx="1525"/>
  <p:cmAuthor id="1527" name="未知的使用者84" initials="" lastIdx="0" clrIdx="1526"/>
  <p:cmAuthor id="1528" name="未知的使用者70" initials="" lastIdx="0" clrIdx="1527"/>
  <p:cmAuthor id="1529" name="未知的使用者85" initials="" lastIdx="0" clrIdx="1528"/>
  <p:cmAuthor id="1530" name="未知的使用者40" initials="" lastIdx="0" clrIdx="1529"/>
  <p:cmAuthor id="1531" name="未知的使用者87" initials="" lastIdx="0" clrIdx="1530"/>
  <p:cmAuthor id="1532" name="曾红" initials="" lastIdx="0" clrIdx="1531"/>
  <p:cmAuthor id="1533" name="未知的使用者90" initials="" lastIdx="0" clrIdx="1532"/>
  <p:cmAuthor id="1534" name="未知的使用者29" initials="" lastIdx="0" clrIdx="1533"/>
  <p:cmAuthor id="1535" name="未知的使用者91" initials="" lastIdx="0" clrIdx="1534"/>
  <p:cmAuthor id="1536" name="未知的使用者98" initials="" lastIdx="0" clrIdx="1535"/>
  <p:cmAuthor id="1537" name="袖盈嘉茉" initials="袖" lastIdx="0" clrIdx="1536"/>
  <p:cmAuthor id="1538" name="CHRISYU" initials="" lastIdx="0" clrIdx="1537"/>
  <p:cmAuthor id="1539" name="未知的使用者113" initials="" lastIdx="0" clrIdx="1538"/>
  <p:cmAuthor id="1540" name="liucunri" initials="" lastIdx="0" clrIdx="1539"/>
  <p:cmAuthor id="1541" name="Unknown User48" initials="" lastIdx="0" clrIdx="1540"/>
  <p:cmAuthor id="1542" name="Unknown User52" initials="" lastIdx="0" clrIdx="1541"/>
  <p:cmAuthor id="1543" name="Unknown User50" initials="" lastIdx="0" clrIdx="1542"/>
  <p:cmAuthor id="1544" name="未知的使用者120" initials="" lastIdx="0" clrIdx="1543"/>
  <p:cmAuthor id="1545" name="px" initials="" lastIdx="0" clrIdx="1544"/>
  <p:cmAuthor id="1546" name="Sky123.Org" initials="" lastIdx="0" clrIdx="1545"/>
  <p:cmAuthor id="1547" name="elfinhsu" initials="" lastIdx="0" clrIdx="1546"/>
  <p:cmAuthor id="1548" name="微软用户" initials="" lastIdx="0" clrIdx="1547"/>
  <p:cmAuthor id="1549" name="未知的使用者24" initials="" lastIdx="0" clrIdx="1548"/>
  <p:cmAuthor id="1550" name="薛蒙" initials="xm" lastIdx="0" clrIdx="1549"/>
  <p:cmAuthor id="1551" name="高晶晶" initials="gaojingjing@cmos.cmcc" lastIdx="0" clrIdx="1550"/>
  <p:cmAuthor id="1552" name="邓洁" initials="c" lastIdx="0" clrIdx="1551"/>
  <p:cmAuthor id="1553" name="libramhh" initials="l" lastIdx="0" clrIdx="1552"/>
  <p:cmAuthor id="1554" name="弧度45" initials="弧度45" lastIdx="0" clrIdx="1553"/>
  <p:cmAuthor id="1555" name="钟怡 赵" initials="钟怡" lastIdx="0" clrIdx="1554"/>
  <p:cmAuthor id="1556" name="罗位国/应用平台研发部/软件开发中心/总行机关/ABC" initials="罗" lastIdx="0" clrIdx="1555"/>
  <p:cmAuthor id="1557" name="李岩（IT）" initials="李" lastIdx="0" clrIdx="1556"/>
  <p:cmAuthor id="1558" name="Xinyue Li" initials="X" lastIdx="0" clrIdx="1557"/>
  <p:cmAuthor id="1559" name="yanhexin" initials="y" lastIdx="0" clrIdx="1558"/>
  <p:cmAuthor id="1560" name="尹娉（借调）" initials="尹" lastIdx="0" clrIdx="1559"/>
  <p:cmAuthor id="1561" name="王华" initials="王" lastIdx="0" clrIdx="1560"/>
  <p:cmAuthor id="1562" name="白秋富" initials="白" lastIdx="0" clrIdx="1561"/>
  <p:cmAuthor id="1563" name="Lee" initials="L" lastIdx="0" clrIdx="1562"/>
  <p:cmAuthor id="1564" name="王丽（IT）" initials="王" lastIdx="0" clrIdx="1563"/>
  <p:cmAuthor id="1565" name="zhujj" initials="z" lastIdx="0" clrIdx="1564"/>
  <p:cmAuthor id="1566" name="石骥硕（市场）" initials="石" lastIdx="0" clrIdx="1565"/>
  <p:cmAuthor id="1567" name="未知的使用者79" initials="" lastIdx="0" clrIdx="1566"/>
  <p:cmAuthor id="1568" name="马妍" initials="马" lastIdx="0" clrIdx="1567"/>
  <p:cmAuthor id="1569" name="zhengzhong" initials="z" lastIdx="0" clrIdx="1568"/>
  <p:cmAuthor id="1570" name="zhuqy3" initials="z" lastIdx="0" clrIdx="1569"/>
  <p:cmAuthor id="1571" name="Temp" initials="T" lastIdx="0" clrIdx="1570"/>
  <p:cmAuthor id="1572" name="王雅静" initials="王" lastIdx="0" clrIdx="1571"/>
  <p:cmAuthor id="1573" name="李 斌" initials="李" lastIdx="0" clrIdx="1572"/>
  <p:cmAuthor id="1574" name="朴鹏-lhq" initials="朴" lastIdx="0" clrIdx="1573"/>
  <p:cmAuthor id="1575" name="Isabella" initials="I" lastIdx="0" clrIdx="1574"/>
  <p:cmAuthor id="1576" name="KK Yoda" initials="K" lastIdx="0" clrIdx="1575"/>
  <p:cmAuthor id="1577" name="哒哒 熊猫" initials="哒" lastIdx="0" clrIdx="1576"/>
  <p:cmAuthor id="1578" name="Yun-Ting Tseng" initials="Y" lastIdx="0" clrIdx="1577"/>
  <p:cmAuthor id="1579" name="Miss 豆" initials="M" lastIdx="0" clrIdx="1578"/>
  <p:cmAuthor id="1580" name="G" initials="G" lastIdx="0" clrIdx="1579"/>
  <p:cmAuthor id="1581" name="我" initials="我" lastIdx="0" clrIdx="1580"/>
  <p:cmAuthor id="1582" name="??" initials="?" lastIdx="0" clrIdx="1581"/>
  <p:cmAuthor id="1583" name="齐涛" initials="齐" lastIdx="0" clrIdx="1582"/>
  <p:cmAuthor id="1584" name="zhaoby01" initials="z" lastIdx="0" clrIdx="1583"/>
  <p:cmAuthor id="1585" name="Lydia" initials="L" lastIdx="0" clrIdx="1584"/>
  <p:cmAuthor id="1586" name="熘?" initials="熘" lastIdx="0" clrIdx="1585"/>
  <p:cmAuthor id="1587" name="dingenshi" initials="d" lastIdx="0" clrIdx="1586"/>
  <p:cmAuthor id="1588" name="cpic" initials="c" lastIdx="0" clrIdx="1587"/>
  <p:cmAuthor id="1589" name="谷雨" initials="谷" lastIdx="0" clrIdx="1588"/>
  <p:cmAuthor id="1590" name="HP" initials="H" lastIdx="0" clrIdx="1589"/>
  <p:cmAuthor id="1591" name="taowei" initials="t" lastIdx="0" clrIdx="1590"/>
  <p:cmAuthor id="1592" name="中星 叶" initials="中" lastIdx="0" clrIdx="1591"/>
  <p:cmAuthor id="1593" name="Dizzy" initials="D" lastIdx="0" clrIdx="1592"/>
  <p:cmAuthor id="1594" name="倚海听风" initials="倚" lastIdx="0" clrIdx="1593"/>
  <p:cmAuthor id="1595" name="CodonMedical" initials="C" lastIdx="0" clrIdx="1594"/>
  <p:cmAuthor id="1596" name="Yvonne Lin" initials="Y" lastIdx="0" clrIdx="1595"/>
  <p:cmAuthor id="1597" name="Gallivan, John-Paul {MDAO~Basel}" initials="G" lastIdx="0" clrIdx="1596"/>
  <p:cmAuthor id="1598" name="Helms, Hans-Joachim {MDBA~Basel}" initials="H" lastIdx="0" clrIdx="1597"/>
  <p:cmAuthor id="1599" name="Codon Medical" initials="C" lastIdx="0" clrIdx="1598"/>
  <p:cmAuthor id="1600" name="Petersen, Jenny {MDBD~South San Francisco}" initials="P" lastIdx="0" clrIdx="1599"/>
  <p:cmAuthor id="1601" name="刘风香" initials="刘" lastIdx="0" clrIdx="1600"/>
  <p:cmAuthor id="1602" name="Meredith Kalish" initials="M" lastIdx="0" clrIdx="1601"/>
  <p:cmAuthor id="1603" name="Mary Beattie" initials="M" lastIdx="0" clrIdx="1602"/>
  <p:cmAuthor id="1604" name="Melanie Smitt" initials="M" lastIdx="0" clrIdx="1603"/>
  <p:cmAuthor id="1605" name="Andrea Michels" initials="A" lastIdx="0" clrIdx="1604"/>
  <p:cmAuthor id="1606" name="Daniel Clyde (HI)" initials="D" lastIdx="0" clrIdx="1605"/>
  <p:cmAuthor id="1607" name="Fitzpatrick, Nicole {MGAO~Basel}" initials="F" lastIdx="0" clrIdx="1606"/>
  <p:cmAuthor id="1608" name="Kate Rijnen" initials="K" lastIdx="0" clrIdx="1607"/>
  <p:cmAuthor id="1609" name="Mark McGregor (HI)" initials="M" lastIdx="0" clrIdx="1608"/>
  <p:cmAuthor id="1610" name="Machackova, Zuzana {MDAO~Basel}" initials="M" lastIdx="0" clrIdx="1609"/>
  <p:cmAuthor id="1611" name="Franca, Ryan {MDAO~Basel}" initials="F" lastIdx="0" clrIdx="1610"/>
  <p:cmAuthor id="1612" name="Bart Baranowski (HI)" initials="B" lastIdx="0" clrIdx="1611"/>
  <p:cmAuthor id="1613" name="Helen Keyworth (HI)" initials="H" lastIdx="0" clrIdx="1612"/>
  <p:cmAuthor id="1614" name="Louise Adamson (HI)" initials="L" lastIdx="0" clrIdx="1613"/>
  <p:cmAuthor id="1615" name="Andrew Moss (HI)" initials="A" lastIdx="0" clrIdx="1614"/>
  <p:cmAuthor id="1616" name="David Morgan (HI)" initials="D" lastIdx="0" clrIdx="1615"/>
  <p:cmAuthor id="1617" name="Kate Sillitoe (HI)" initials="K" lastIdx="0" clrIdx="1616"/>
  <p:cmAuthor id="1618" name="孟轩君" initials="孟" lastIdx="0" clrIdx="1617"/>
  <p:cmAuthor id="1619" name="hpguan" initials="h" lastIdx="0" clrIdx="1618"/>
  <p:cmAuthor id="1620" name="甘源" initials="甘" lastIdx="0" clrIdx="1619"/>
  <p:cmAuthor id="1621" name="何富军" initials="何" lastIdx="0" clrIdx="1620"/>
  <p:cmAuthor id="1622" name="闫秀丽" initials="闫" lastIdx="0" clrIdx="1621"/>
  <p:cmAuthor id="1623" name="fafa" initials="f" lastIdx="0" clrIdx="1622"/>
  <p:cmAuthor id="1624" name="古二蛋" initials="古" lastIdx="0" clrIdx="1623"/>
  <p:cmAuthor id="1625" name="qatr130" initials="q" lastIdx="0" clrIdx="1624"/>
  <p:cmAuthor id="1626" name="xusha" initials="x" lastIdx="0" clrIdx="1625"/>
  <p:cmAuthor id="1627" name="phoenixdhz" initials="p" lastIdx="0" clrIdx="1626"/>
  <p:cmAuthor id="1628" name="王源" initials="王" lastIdx="0" clrIdx="1627"/>
  <p:cmAuthor id="1629" name="wanghao31" initials="w" lastIdx="0" clrIdx="1628"/>
  <p:cmAuthor id="1630" name="李 东科" initials="李" lastIdx="0" clrIdx="1629"/>
  <p:cmAuthor id="1631" name="袁正海" initials="袁" lastIdx="0" clrIdx="1630"/>
  <p:cmAuthor id="1632" name="Li Pengling" initials="LP" lastIdx="0" clrIdx="1631"/>
  <p:cmAuthor id="1633" name="未知用户84" initials="未" lastIdx="0" clrIdx="1632"/>
  <p:cmAuthor id="1634" name="未知用户86" initials="未" lastIdx="0" clrIdx="1633"/>
  <p:cmAuthor id="1635" name="未知用户95" initials="未" lastIdx="0" clrIdx="1634"/>
  <p:cmAuthor id="1636" name="过 去" initials="过" lastIdx="0" clrIdx="1635"/>
  <p:cmAuthor id="1637" name="ChinaUser" initials="C" lastIdx="0" clrIdx="1636"/>
  <p:cmAuthor id="1638" name="miaott" initials="m" lastIdx="0" clrIdx="1637"/>
  <p:cmAuthor id="1639" name="EDY" initials="E" lastIdx="0" clrIdx="1638"/>
  <p:cmAuthor id="1640" name="linkplus" initials="l" lastIdx="0" clrIdx="1639"/>
  <p:cmAuthor id="1641" name="alen" initials="a" lastIdx="0" clrIdx="1640"/>
  <p:cmAuthor id="1642" name="未知用户124" initials="未" lastIdx="0" clrIdx="1641"/>
  <p:cmAuthor id="1643" name="未知用户125" initials="未" lastIdx="0" clrIdx="1642"/>
  <p:cmAuthor id="1644" name="未知用户126" initials="未" lastIdx="0" clrIdx="1643"/>
  <p:cmAuthor id="1645" name="未知用户127" initials="未" lastIdx="0" clrIdx="1644"/>
  <p:cmAuthor id="1646" name="未知用户128" initials="未" lastIdx="0" clrIdx="1645"/>
  <p:cmAuthor id="1647" name="未知用户129" initials="未" lastIdx="0" clrIdx="1646"/>
  <p:cmAuthor id="1648" name="未知用户136" initials="未" lastIdx="0" clrIdx="1647"/>
  <p:cmAuthor id="1649" name="USER" initials="U" lastIdx="0" clrIdx="1648"/>
  <p:cmAuthor id="1650" name="未知用户142" initials="未" lastIdx="0" clrIdx="1649"/>
  <p:cmAuthor id="1651" name="未知用户144" initials="未" lastIdx="0" clrIdx="1650"/>
  <p:cmAuthor id="1652" name="加 林" initials="加" lastIdx="0" clrIdx="1651"/>
  <p:cmAuthor id="1653" name="王 一鸣" initials="王" lastIdx="0" clrIdx="1652"/>
  <p:cmAuthor id="1654" name="肖婧" initials="肖" lastIdx="0" clrIdx="1653"/>
  <p:cmAuthor id="1655" name="汪媛媛" initials="" lastIdx="0" clrIdx="1654"/>
  <p:cmAuthor id="1656" name="未知用户188" initials="未" lastIdx="0" clrIdx="1655"/>
  <p:cmAuthor id="1657" name="未知用户199" initials="未" lastIdx="0" clrIdx="1656"/>
  <p:cmAuthor id="1658" name="蘇建明 fatty_BFjaamIF" initials="authorId_241790624" lastIdx="0" clrIdx="1657"/>
  <p:cmAuthor id="1659" name="苏" initials="1" lastIdx="0" clrIdx="1658"/>
  <p:cmAuthor id="1660" name="未知用户204" initials="未" lastIdx="0" clrIdx="1659"/>
  <p:cmAuthor id="1661" name="未知用户210" initials="未" lastIdx="0" clrIdx="1660"/>
  <p:cmAuthor id="1662" name="?定义" initials="?" lastIdx="0" clrIdx="1661"/>
  <p:cmAuthor id="1663" name="allan" initials="a" lastIdx="0" clrIdx="1662"/>
  <p:cmAuthor id="1664" name="未知用户296" initials="未" lastIdx="0" clrIdx="1663"/>
  <p:cmAuthor id="1665" name="未知用户401" initials="未" lastIdx="0" clrIdx="1664"/>
  <p:cmAuthor id="1666" name="Cmit" initials="C" lastIdx="0" clrIdx="1665"/>
  <p:cmAuthor id="1667" name="未知用户383" initials="未" lastIdx="0" clrIdx="1666"/>
  <p:cmAuthor id="1668" name="蒋 宗臣" initials="宗蒋" lastIdx="0" clrIdx="1667"/>
  <p:cmAuthor id="1669" name="chenyu" initials="c" lastIdx="0" clrIdx="1668"/>
  <p:cmAuthor id="1670" name="张 曦" initials="张" lastIdx="0" clrIdx="1669"/>
  <p:cmAuthor id="1671" name="Mia Vida Villanueva" initials="MVV" lastIdx="0" clrIdx="1670"/>
  <p:cmAuthor id="1672" name="刘川江" initials="刘川江" lastIdx="0" clrIdx="1671"/>
  <p:cmAuthor id="1673" name="huqianxuan@cmos.cmcc" initials="A" lastIdx="0" clrIdx="1672"/>
  <p:cmAuthor id="1674" name="ting yue" initials="t" lastIdx="0" clrIdx="1673"/>
  <p:cmAuthor id="1675" name="david bin" initials="d" lastIdx="0" clrIdx="1674"/>
  <p:cmAuthor id="1676" name="MLOONG" initials="M" lastIdx="0" clrIdx="1675"/>
  <p:cmAuthor id="1677" name="朴春善" initials="朴" lastIdx="0" clrIdx="1676"/>
  <p:cmAuthor id="1678" name="Liu Dong" initials="L" lastIdx="0" clrIdx="1677"/>
  <p:cmAuthor id="1679" name="Zhao Jing" initials="Z" lastIdx="0" clrIdx="1678"/>
  <p:cmAuthor id="1680" name="未知用户2" initials="未知用户2" lastIdx="0" clrIdx="1679"/>
  <p:cmAuthor id="1681" name="YANQING BAO" initials="Y" lastIdx="0" clrIdx="1680"/>
  <p:cmAuthor id="1682" name="Haiyang Wang" initials="H" lastIdx="0" clrIdx="1681"/>
  <p:cmAuthor id="1683" name="祝惠蓉" initials="祝" lastIdx="0" clrIdx="1682"/>
  <p:cmAuthor id="1684" name="陈俊奕" initials="陈俊奕" lastIdx="0" clrIdx="1683"/>
  <p:cmAuthor id="1685" name="宋海锐" initials="宋" lastIdx="0" clrIdx="1684"/>
  <p:cmAuthor id="1686" name="zhoulifang" initials="z" lastIdx="0" clrIdx="1685"/>
  <p:cmAuthor id="1687" name="xiaver xiaver" initials="xx" lastIdx="0" clrIdx="1686"/>
  <p:cmAuthor id="1688" name="海荣 李" initials="海荣" lastIdx="0" clrIdx="1687"/>
  <p:cmAuthor id="1689" name="刘 阳春" initials="刘" lastIdx="0" clrIdx="1688"/>
  <p:cmAuthor id="1690" name="王 公然" initials="王" lastIdx="0" clrIdx="1689"/>
  <p:cmAuthor id="1691" name="localadmin" initials="l" lastIdx="0" clrIdx="1690"/>
  <p:cmAuthor id="1692" name="Zhou Xuanjun" initials="Z" lastIdx="0" clrIdx="1691"/>
  <p:cmAuthor id="1693" name="但佳" initials="但" lastIdx="0" clrIdx="1692"/>
  <p:cmAuthor id="1694" name="dingyuemei" initials="d" lastIdx="0" clrIdx="1693"/>
  <p:cmAuthor id="1695" name="李飞" initials="李" lastIdx="0" clrIdx="1694"/>
  <p:cmAuthor id="1696" name="三农金融事业部综合员" initials="三" lastIdx="0" clrIdx="1695"/>
  <p:cmAuthor id="1697" name="唐思源" initials="唐" lastIdx="0" clrIdx="1696"/>
  <p:cmAuthor id="1698" name="何 静" initials="何" lastIdx="0" clrIdx="1697"/>
  <p:cmAuthor id="1699" name="ts" initials="t" lastIdx="0" clrIdx="1698"/>
  <p:cmAuthor id="1700" name="1 mac" initials="1" lastIdx="0" clrIdx="1699"/>
  <p:cmAuthor id="1701" name="Jinyi" initials="J" lastIdx="0" clrIdx="1700"/>
  <p:cmAuthor id="1702" name="江涛 李" initials="江" lastIdx="0" clrIdx="1701"/>
  <p:cmAuthor id="1703" name="李佳" initials="李" lastIdx="0" clrIdx="1702"/>
  <p:cmAuthor id="1704" name="diana.cheng" initials="d" lastIdx="0" clrIdx="1703"/>
  <p:cmAuthor id="1705" name="黄欣悦" initials="黄" lastIdx="0" clrIdx="1704"/>
  <p:cmAuthor id="1706" name="Zhou, Jane Ye" initials="Z" lastIdx="0" clrIdx="1705"/>
  <p:cmAuthor id="1707" name="Ma, Jun A." initials="M" lastIdx="0" clrIdx="1706"/>
  <p:cmAuthor id="1708" name="Doris Tan" initials="D" lastIdx="0" clrIdx="1707"/>
  <p:cmAuthor id="1709" name="Joy HL Sang" initials="J" lastIdx="0" clrIdx="1708"/>
  <p:cmAuthor id="1710" name="刘百灵" initials="刘" lastIdx="0" clrIdx="1709"/>
  <p:cmAuthor id="1711" name="陈艳" initials="陈" lastIdx="0" clrIdx="1710"/>
  <p:cmAuthor id="1712" name="MC SYSTEM" initials="M" lastIdx="0" clrIdx="1711"/>
  <p:cmAuthor id="1713" name="spring_ren" initials="s" lastIdx="0" clrIdx="1712"/>
  <p:cmAuthor id="1714" name="李璐---寿险总公司营销管理部" initials="李" lastIdx="0" clrIdx="1713"/>
  <p:cmAuthor id="1715" name="xuqing" initials="x" lastIdx="0" clrIdx="1714"/>
  <p:cmAuthor id="1716" name="王顶" initials="王" lastIdx="0" clrIdx="1715"/>
  <p:cmAuthor id="1717" name="刘 勇" initials="刘" lastIdx="0" clrIdx="1716"/>
  <p:cmAuthor id="1718" name="龚海斌" initials="龚" lastIdx="0" clrIdx="1717"/>
  <p:cmAuthor id="1719" name="没心 猫" initials="没猫" lastIdx="0" clrIdx="1718"/>
  <p:cmAuthor id="1720" name="wu qi" initials="wq" lastIdx="0" clrIdx="1719"/>
  <p:cmAuthor id="1721" name="未知用户112" initials="未知用户112" lastIdx="0" clrIdx="1720"/>
  <p:cmAuthor id="1722" name="Lihongxia Lihongxia" initials="LL" lastIdx="0" clrIdx="1721"/>
  <p:cmAuthor id="1723" name="qsl" initials="q" lastIdx="0" clrIdx="1722"/>
  <p:cmAuthor id="1724" name="wangsai" initials="w" lastIdx="0" clrIdx="1723"/>
  <p:cmAuthor id="1725" name="653496265@qq.com" initials="6" lastIdx="0" clrIdx="1724"/>
  <p:cmAuthor id="1726" name="yuxin" initials="y" lastIdx="0" clrIdx="1725"/>
  <p:cmAuthor id="1727" name="xd meng" initials="xm" lastIdx="0" clrIdx="1726"/>
  <p:cmAuthor id="1728" name="李 晨迅" initials="李" lastIdx="0" clrIdx="1727"/>
  <p:cmAuthor id="1729" name="bokite" initials="b" lastIdx="0" clrIdx="1728"/>
  <p:cmAuthor id="1730" name="马云飞10014438" initials="马" lastIdx="0" clrIdx="1729"/>
  <p:cmAuthor id="1731" name="John" initials="J" lastIdx="0" clrIdx="1730"/>
  <p:cmAuthor id="1732" name="李 少峰" initials="李" lastIdx="0" clrIdx="1731"/>
  <p:cmAuthor id="1733" name="郭 浩" initials="郭" lastIdx="0" clrIdx="1732"/>
  <p:cmAuthor id="1734" name="渠沛" initials="渠" lastIdx="0" clrIdx="1733"/>
  <p:cmAuthor id="1735" name="席琛" initials="" lastIdx="0" clrIdx="1734"/>
  <p:cmAuthor id="1736" name="78234500@qq.com" initials="7" lastIdx="0" clrIdx="1735"/>
  <p:cmAuthor id="1737" name="文科" initials="文" lastIdx="0" clrIdx="1736"/>
  <p:cmAuthor id="1738" name="Caixiaojin" initials="C" lastIdx="0" clrIdx="1737"/>
  <p:cmAuthor id="1739" name="周 宸宇" initials="周" lastIdx="0" clrIdx="1738"/>
  <p:cmAuthor id="1740" name="张燕00036635" initials="张燕00036635" lastIdx="0" clrIdx="1739"/>
  <p:cmAuthor id="1741" name="liuchunhua199110" initials="l" lastIdx="0" clrIdx="1740"/>
  <p:cmAuthor id="1742" name="huojianhua" initials="h" lastIdx="0" clrIdx="1741"/>
  <p:cmAuthor id="1743" name="懒啊懒" initials="懒" lastIdx="0" clrIdx="1742"/>
  <p:cmAuthor id="1744" name="hou" initials="h" lastIdx="0" clrIdx="1743"/>
  <p:cmAuthor id="1745" name="山西公司人力资源部柴文剑" initials="山" lastIdx="0" clrIdx="1744"/>
  <p:cmAuthor id="1746" name="赵英美" initials="赵" lastIdx="0" clrIdx="1745"/>
  <p:cmAuthor id="1747" name="英杰 刘" initials="英刘" lastIdx="0" clrIdx="1746"/>
  <p:cmAuthor id="1748" name="M 2" initials="M2" lastIdx="0" clrIdx="1747"/>
  <p:cmAuthor id="1749" name="未知用户345" initials="未" lastIdx="0" clrIdx="1748"/>
  <p:cmAuthor id="1750" name="on my way tian" initials="ot" lastIdx="0" clrIdx="1749"/>
  <p:cmAuthor id="1751" name="惠普" initials="惠普" lastIdx="0" clrIdx="1750"/>
  <p:cmAuthor id="1752" name="qizhichao" initials="qizhichao" lastIdx="0" clrIdx="1751"/>
  <p:cmAuthor id="1753" name="张青昌1" initials="张青昌1" lastIdx="0" clrIdx="1752"/>
  <p:cmAuthor id="1754" name="jesschin" initials="j" lastIdx="0" clrIdx="1753"/>
  <p:cmAuthor id="1755" name="程 诗雅" initials="程" lastIdx="0" clrIdx="1754"/>
  <p:cmAuthor id="1756" name="孙婕" initials="孙" lastIdx="0" clrIdx="1755"/>
  <p:cmAuthor id="1757" name="chenlin@fj.cmcc" initials="chenlin@fj.cmcc" lastIdx="0" clrIdx="1756"/>
  <p:cmAuthor id="1758" name="zhouzhipeng" initials="z" lastIdx="0" clrIdx="1757"/>
  <p:cmAuthor id="1759" name="重要客户" initials="重" lastIdx="0" clrIdx="1758"/>
  <p:cmAuthor id="1760" name="zikiaaa" initials="z" lastIdx="0" clrIdx="1759"/>
  <p:cmAuthor id="1761" name="Dell" initials="D" lastIdx="0" clrIdx="1760"/>
  <p:cmAuthor id="1762" name="未知用户38" initials="未" lastIdx="0" clrIdx="1761"/>
  <p:cmAuthor id="1763" name="罗 罗" initials="罗" lastIdx="0" clrIdx="1762"/>
  <p:cmAuthor id="1764" name="mouse zz" initials="mz" lastIdx="0" clrIdx="1763"/>
  <p:cmAuthor id="1765" name="18237" initials="1" lastIdx="0" clrIdx="1764"/>
  <p:cmAuthor id="1766" name="10145459" initials="1" lastIdx="0" clrIdx="1765"/>
  <p:cmAuthor id="1767" name="Unknown User23" initials="U" lastIdx="0" clrIdx="1766"/>
  <p:cmAuthor id="1768" name="唐芸" initials="唐" lastIdx="0" clrIdx="1767"/>
  <p:cmAuthor id="1769" name="范汗杰10197873" initials="范" lastIdx="0" clrIdx="1768"/>
  <p:cmAuthor id="1770" name="tianyuan@cmhi.cmcc" initials="tianyuan@cmhi.cmcc" lastIdx="0" clrIdx="1769"/>
  <p:cmAuthor id="1771" name="mashan@cmhi.cmcc" initials="mashan@cmhi.cmcc" lastIdx="0" clrIdx="1770"/>
  <p:cmAuthor id="1772" name="zhangyuan" initials="z" lastIdx="0" clrIdx="1771"/>
  <p:cmAuthor id="1773" name="yujin" initials="y" lastIdx="0" clrIdx="1772"/>
  <p:cmAuthor id="1774" name="win7" initials="w" lastIdx="0" clrIdx="1773"/>
  <p:cmAuthor id="1775" name="贾丹阳" initials="J" lastIdx="0" clrIdx="1774"/>
  <p:cmAuthor id="1776" name="zd" initials="z" lastIdx="0" clrIdx="1775"/>
  <p:cmAuthor id="1777" name="zongjinchong_hs@he.cmcc" initials="z" lastIdx="0" clrIdx="1776"/>
  <p:cmAuthor id="1778" name="zhoupeng" initials="z" lastIdx="0" clrIdx="1777"/>
  <p:cmAuthor id="1779" name="yujie" initials="y" lastIdx="0" clrIdx="1778"/>
  <p:cmAuthor id="1780" name="仝德志" initials="仝" lastIdx="0" clrIdx="1779"/>
  <p:cmAuthor id="1781" name="zhangxinyao" initials="z" lastIdx="0" clrIdx="1780"/>
  <p:cmAuthor id="1782" name="X1" initials="X" lastIdx="0" clrIdx="1781"/>
  <p:cmAuthor id="1783" name="未知的使用者114" initials="未" lastIdx="0" clrIdx="1782"/>
  <p:cmAuthor id="1784" name="dcis" initials="d" lastIdx="0" clrIdx="1783"/>
  <p:cmAuthor id="1785" name="晓燕 程" initials="晓程" lastIdx="0" clrIdx="1784"/>
  <p:cmAuthor id="1786" name="璠 張" initials="璠張" lastIdx="0" clrIdx="1785"/>
  <p:cmAuthor id="1787" name="wangleiit2" initials="w" lastIdx="0" clrIdx="1786"/>
  <p:cmAuthor id="1788" name="未知用户325" initials="未" lastIdx="0" clrIdx="1787"/>
  <p:cmAuthor id="1789" name="未知用户303" initials="未" lastIdx="0" clrIdx="1788"/>
  <p:cmAuthor id="1790" name="未知用户274" initials="未" lastIdx="0" clrIdx="1789"/>
  <p:cmAuthor id="1791" name="鹿蜀" initials="鹿" lastIdx="0" clrIdx="1790"/>
  <p:cmAuthor id="1792" name="甲骨文飞行家" initials="甲" lastIdx="0" clrIdx="1791"/>
  <p:cmAuthor id="1793" name="liuti" initials="l" lastIdx="0" clrIdx="1792"/>
  <p:cmAuthor id="1794" name="USER674487" initials="U" lastIdx="0" clrIdx="1793"/>
  <p:cmAuthor id="1795" name="张天" initials="张" lastIdx="0" clrIdx="1794"/>
  <p:cmAuthor id="1796" name="闫硕" initials="闫" lastIdx="0" clrIdx="1795"/>
  <p:cmAuthor id="1797" name="/ 七安 /" initials="/" lastIdx="0" clrIdx="1796"/>
  <p:cmAuthor id="1798" name="尔尔" initials="尔" lastIdx="0" clrIdx="1797"/>
  <p:cmAuthor id="1799" name="严奕辰" initials="严" lastIdx="0" clrIdx="1798"/>
  <p:cmAuthor id="1800" name="泡泡" initials="泡" lastIdx="0" clrIdx="1799"/>
  <p:cmAuthor id="1801" name="这个夏天" initials="这" lastIdx="0" clrIdx="1800"/>
  <p:cmAuthor id="1802" name="Lotso" initials="L" lastIdx="0" clrIdx="1801"/>
  <p:cmAuthor id="1803" name="慧" initials="慧" lastIdx="0" clrIdx="1802"/>
  <p:cmAuthor id="1804" name="咩咩so" initials="咩" lastIdx="0" clrIdx="1803"/>
  <p:cmAuthor id="1805" name="王晓龙" initials="王" lastIdx="0" clrIdx="1804"/>
  <p:cmAuthor id="1806" name="Juliet猪立业" initials="J" lastIdx="0" clrIdx="1805"/>
  <p:cmAuthor id="1807" name="阿郭" initials="阿" lastIdx="0" clrIdx="1806"/>
  <p:cmAuthor id="1808" name="袁凌康" initials="袁" lastIdx="0" clrIdx="1807"/>
  <p:cmAuthor id="1809" name="zqsgs" initials="z" lastIdx="0" clrIdx="1808"/>
  <p:cmAuthor id="1810" name="Chen Qiyang" initials="C" lastIdx="0" clrIdx="1809"/>
  <p:cmAuthor id="1811" name="徐坡" initials="徐" lastIdx="0" clrIdx="1810"/>
  <p:cmAuthor id="1812" name="wswsbo" initials="w" lastIdx="0" clrIdx="1811"/>
  <p:cmAuthor id="1813" name="13783587607" initials="1" lastIdx="0" clrIdx="1812"/>
  <p:cmAuthor id="1814" name="  " initials=" " lastIdx="0" clrIdx="1813"/>
  <p:cmAuthor id="1815" name="文森特" initials="文" lastIdx="0" clrIdx="1814"/>
  <p:cmAuthor id="1816" name="琦琴 黄" initials="琦黄" lastIdx="0" clrIdx="1815"/>
  <p:cmAuthor id="1817" name="panghuihui" initials="p" lastIdx="0" clrIdx="1816"/>
  <p:cmAuthor id="1818" name="李强" initials="A" lastIdx="0" clrIdx="1817"/>
  <p:cmAuthor id="1819" name="许诺" initials="许" lastIdx="0" clrIdx="1818"/>
  <p:cmAuthor id="1820" name="shery" initials="s" lastIdx="0" clrIdx="1819"/>
  <p:cmAuthor id="1821" name="cgm" initials="c" lastIdx="0" clrIdx="1820"/>
  <p:cmAuthor id="1822" name="果子" initials="果" lastIdx="0" clrIdx="1821"/>
  <p:cmAuthor id="1823" name="施静伟" initials="施" lastIdx="0" clrIdx="1822"/>
  <p:cmAuthor id="1824" name="tianatan" initials="t" lastIdx="0" clrIdx="1823"/>
  <p:cmAuthor id="1825" name="王天逸" initials="王" lastIdx="0" clrIdx="1824"/>
  <p:cmAuthor id="1826" name="孙扬" initials="孙" lastIdx="0" clrIdx="1825"/>
  <p:cmAuthor id="1827" name="亭子" initials="亭" lastIdx="0" clrIdx="1826"/>
  <p:cmAuthor id="1828" name="Carith" initials="C" lastIdx="0" clrIdx="1827"/>
  <p:cmAuthor id="1829" name="杜彦洁" initials="杜" lastIdx="0" clrIdx="1828"/>
  <p:cmAuthor id="1830" name="南丁丁" initials="南" lastIdx="0" clrIdx="1829"/>
  <p:cmAuthor id="1831" name="殷一非" initials="殷" lastIdx="0" clrIdx="1830"/>
  <p:cmAuthor id="1832" name="风之子" initials="风" lastIdx="0" clrIdx="1831"/>
  <p:cmAuthor id="1833" name="蓝精灵" initials="蓝" lastIdx="0" clrIdx="1832"/>
  <p:cmAuthor id="1834" name="absurdus" initials="a" lastIdx="0" clrIdx="1833"/>
  <p:cmAuthor id="1835" name="wmcmdi" initials="w" lastIdx="0" clrIdx="1834"/>
  <p:cmAuthor id="1836" name="吴伟/SGS/FMCC" initials="吴伟/SGS/FM" lastIdx="0" clrIdx="1835"/>
  <p:cmAuthor id="1837" name="YiYi" initials="Y" lastIdx="0" clrIdx="1836"/>
  <p:cmAuthor id="1838" name="红旗的理想" initials="红" lastIdx="0" clrIdx="1837"/>
  <p:cmAuthor id="1839" name="shq316" initials="s" lastIdx="0" clrIdx="1838"/>
  <p:cmAuthor id="1840" name="shq316@vod365.com" initials="s" lastIdx="0" clrIdx="1839"/>
  <p:cmAuthor id="1841" name="yang fengyu" initials="yf" lastIdx="0" clrIdx="1840"/>
  <p:cmAuthor id="1842" name="ocean" initials="o" lastIdx="0" clrIdx="1841"/>
  <p:cmAuthor id="1843" name="孙傲" initials="孙" lastIdx="0" clrIdx="1842"/>
  <p:cmAuthor id="1844" name="zsc" initials="z" lastIdx="0" clrIdx="1843"/>
  <p:cmAuthor id="1845" name="陈静" initials="陈" lastIdx="0" clrIdx="1844"/>
  <p:cmAuthor id="1846" name="潘继儒" initials="潘" lastIdx="0" clrIdx="1845"/>
  <p:cmAuthor id="1847" name="邹" initials="邹" lastIdx="0" clrIdx="1846"/>
  <p:cmAuthor id="1848" name="文" initials="文" lastIdx="0" clrIdx="1847"/>
  <p:cmAuthor id="1849" name="W_L" initials="W" lastIdx="0" clrIdx="1848"/>
  <p:cmAuthor id="1850" name="段瑞祥" initials="段" lastIdx="0" clrIdx="1849"/>
  <p:cmAuthor id="1851" name="00158845" initials="0" lastIdx="0" clrIdx="1850"/>
  <p:cmAuthor id="1852" name="10201331" initials="1" lastIdx="0" clrIdx="1851"/>
  <p:cmAuthor id="1853" name="Hey！Judy" initials="H" lastIdx="0" clrIdx="1852"/>
  <p:cmAuthor id="1854" name="fuyuhan" initials="f" lastIdx="0" clrIdx="1853"/>
  <p:cmAuthor id="1855" name="WPS_1672491172" initials="W" lastIdx="0" clrIdx="1854"/>
  <p:cmAuthor id="1856" name="sun wei" initials="sw" lastIdx="0" clrIdx="1855"/>
  <p:cmAuthor id="1857" name="袁雯" initials="y" lastIdx="0" clrIdx="1856"/>
  <p:cmAuthor id="1858" name="马丽" initials="MOU" lastIdx="0" clrIdx="1857"/>
  <p:cmAuthor id="1859" name="汪卓" initials="wangzhuo@hb.cmcc" lastIdx="0" clrIdx="1858"/>
  <p:cmAuthor id="1860" name="SHY" initials="S" lastIdx="0" clrIdx="1859"/>
  <p:cmAuthor id="1861" name="任绍杰" initials="张番" lastIdx="0" clrIdx="1860"/>
  <p:cmAuthor id="1862" name="赵 倩倩" initials="赵" lastIdx="0" clrIdx="1861"/>
  <p:cmAuthor id="1863" name="郑耿彬" initials="郑" lastIdx="0" clrIdx="1862"/>
  <p:cmAuthor id="1864" name="cl" initials="c" lastIdx="0" clrIdx="1863"/>
  <p:cmAuthor id="1865" name="刘思蜀" initials="刘" lastIdx="0" clrIdx="1864"/>
  <p:cmAuthor id="1866" name="FrogPrince1121" initials="F" lastIdx="0" clrIdx="1865"/>
  <p:cmAuthor id="1867" name="冰箱" initials="冰" lastIdx="0" clrIdx="1866"/>
  <p:cmAuthor id="1868" name="徐 宁" initials="徐" lastIdx="0" clrIdx="1867"/>
  <p:cmAuthor id="1869" name="ozg106" initials="o" lastIdx="0" clrIdx="1868"/>
  <p:cmAuthor id="1870" name="Q Q" initials="Q" lastIdx="0" clrIdx="1869"/>
  <p:cmAuthor id="1871" name="Elfie" initials="E" lastIdx="0" clrIdx="1870"/>
  <p:cmAuthor id="1872" name="松 李" initials="松" lastIdx="0" clrIdx="1871"/>
  <p:cmAuthor id="1873" name="宋春华" initials="宋" lastIdx="0" clrIdx="1872"/>
  <p:cmAuthor id="1874" name="幺以谦" initials="幺" lastIdx="0" clrIdx="1873"/>
  <p:cmAuthor id="1875" name="张妍" initials="张" lastIdx="0" clrIdx="1874"/>
  <p:cmAuthor id="1876" name="W Nic" initials="W" lastIdx="0" clrIdx="1875"/>
  <p:cmAuthor id="1877" name="张博" initials="张" lastIdx="0" clrIdx="1876"/>
  <p:cmAuthor id="1878" name="柳 先涛" initials="柳" lastIdx="0" clrIdx="1877"/>
  <p:cmAuthor id="1879" name="董晔" initials="董" lastIdx="0" clrIdx="1878"/>
  <p:cmAuthor id="1880" name="18043170808" initials="1" lastIdx="0" clrIdx="1879"/>
  <p:cmAuthor id="1881" name="TaiKang" initials="T" lastIdx="0" clrIdx="1880"/>
  <p:cmAuthor id="1882" name="njlife" initials="n" lastIdx="0" clrIdx="1881"/>
  <p:cmAuthor id="1883" name="未知用户22" initials="未" lastIdx="0" clrIdx="1882"/>
  <p:cmAuthor id="1884" name="齐登宝" initials="齐" lastIdx="0" clrIdx="1883"/>
  <p:cmAuthor id="1885" name="张艳" initials="张" lastIdx="0" clrIdx="1884"/>
  <p:cmAuthor id="1886" name="13910" initials="1" lastIdx="0" clrIdx="1885"/>
  <p:cmAuthor id="1887" name="XD.H" initials="X" lastIdx="0" clrIdx="1886"/>
  <p:cmAuthor id="1888" name="唐亚磊" initials="TYL" lastIdx="0" clrIdx="1887"/>
  <p:cmAuthor id="1889" name="王轶青" initials="c" lastIdx="0" clrIdx="1888"/>
  <p:cmAuthor id="1890" name="赵飞" initials="c" lastIdx="0" clrIdx="1889"/>
  <p:cmAuthor id="1891" name="w h" initials="wh" lastIdx="0" clrIdx="1890"/>
  <p:cmAuthor id="1892" name="3640" initials="3" lastIdx="0" clrIdx="1891"/>
  <p:cmAuthor id="1893" name="dianzswzx" initials="A" lastIdx="0" clrIdx="1892"/>
  <p:cmAuthor id="1894" name="tangyalei" initials="TYL" lastIdx="0" clrIdx="1893"/>
  <p:cmAuthor id="1895" name="jinjun1" initials="j" lastIdx="0" clrIdx="1894"/>
  <p:cmAuthor id="1896" name="xux" initials="X" lastIdx="0" clrIdx="1895"/>
  <p:cmAuthor id="1897" name="xu yuni" initials="xy" lastIdx="0" clrIdx="1896"/>
  <p:cmAuthor id="1898" name="cqq" initials="cqq" lastIdx="0" clrIdx="1897"/>
  <p:cmAuthor id="1899" name="luqi2" initials="W" lastIdx="0" clrIdx="1898"/>
  <p:cmAuthor id="1900" name="sidi" initials="s" lastIdx="0" clrIdx="1899"/>
  <p:cmAuthor id="1901" name="caoqianqian" initials="cqq" lastIdx="0" clrIdx="1900"/>
  <p:cmAuthor id="1902" name="shaoyh" initials="W" lastIdx="0" clrIdx="1901"/>
  <p:cmAuthor id="1903" name="luqi" initials="W" lastIdx="0" clrIdx="1902"/>
  <p:cmAuthor id="1904" name="chenlin10" initials="c" lastIdx="0" clrIdx="1903"/>
  <p:cmAuthor id="1905" name="zhoulingsara" initials="z" lastIdx="0" clrIdx="1904"/>
  <p:cmAuthor id="1906" name="zhujian" initials="j" lastIdx="0" clrIdx="1905"/>
  <p:cmAuthor id="1907" name="lmh" initials="l" lastIdx="0" clrIdx="1906"/>
  <p:cmAuthor id="1908" name="X.PEI" initials="X" lastIdx="0" clrIdx="1907"/>
  <p:cmAuthor id="1909" name="shizheng" initials="A" lastIdx="0" clrIdx="1908"/>
  <p:cmAuthor id="1910" name="HP Inc." initials="HI" lastIdx="0" clrIdx="1909"/>
  <p:cmAuthor id="1911" name="jiangruijing8" initials="j" lastIdx="0" clrIdx="1910"/>
  <p:cmAuthor id="1912" name="qiuyun@sh.chinamobile.com" initials="q" lastIdx="0" clrIdx="1911"/>
  <p:cmAuthor id="1913" name="Dzswzx" initials="D" lastIdx="0" clrIdx="1912"/>
  <p:cmAuthor id="1914" name="Ycc" initials="Y" lastIdx="0" clrIdx="1913"/>
  <p:cmAuthor id="1915" name="wangjiuhua13917675282@outlook.com" initials="w" lastIdx="0" clrIdx="1914"/>
  <p:cmAuthor id="1916" name="Eraser-CV_732yNZVB" initials="authorId_935319539" lastIdx="0" clrIdx="1915"/>
  <p:cmAuthor id="1917" name="crespo lee" initials="cl" lastIdx="0" clrIdx="1916"/>
  <p:cmAuthor id="1918" name="zhangmh@httz.cc" initials="z" lastIdx="0" clrIdx="1917"/>
  <p:cmAuthor id="1919" name="wang" initials="wang" lastIdx="0" clrIdx="1918"/>
  <p:cmAuthor id="1920" name="hm" initials="h" lastIdx="0" clrIdx="1919"/>
  <p:cmAuthor id="1921" name="未知用户449" initials="未" lastIdx="0" clrIdx="1920"/>
  <p:cmAuthor id="1922" name="22720" initials="2" lastIdx="0" clrIdx="1921"/>
  <p:cmAuthor id="1923" name="Chengli" initials="C" lastIdx="0" clrIdx="1922"/>
  <p:cmAuthor id="1924" name="風輕 雲淡" initials="風輕" lastIdx="0" clrIdx="1923"/>
  <p:cmAuthor id="1925" name="张 青山" initials="张" lastIdx="0" clrIdx="1924"/>
  <p:cmAuthor id="1926" name="张青山" initials="张青山" lastIdx="0" clrIdx="1925"/>
  <p:cmAuthor id="1927" name="zxc" initials="z" lastIdx="0" clrIdx="1926"/>
  <p:cmAuthor id="1928" name="王渝斐" initials="王" lastIdx="0" clrIdx="1927"/>
  <p:cmAuthor id="1929" name="xinping liu" initials="xl" lastIdx="0" clrIdx="1928"/>
  <p:cmAuthor id="1930" name="进 揭" initials="进" lastIdx="0" clrIdx="1929"/>
  <p:cmAuthor id="1931" name="taoyu@hq.cmcc" initials="taoyu@hq." lastIdx="0" clrIdx="1930"/>
  <p:cmAuthor id="1932" name="10015046" initials="1" lastIdx="0" clrIdx="1931"/>
  <p:cmAuthor id="1933" name="未知用户224" initials="未" lastIdx="0" clrIdx="1932"/>
  <p:cmAuthor id="1934" name="renyina" initials="r" lastIdx="0" clrIdx="1933"/>
  <p:cmAuthor id="1935" name="Kaiyuan" initials="K" lastIdx="0" clrIdx="1934"/>
  <p:cmAuthor id="1936" name="liyite" initials="l" lastIdx="0" clrIdx="1935"/>
  <p:cmAuthor id="1937" name="于书丹" initials="C" lastIdx="0" clrIdx="1936"/>
  <p:cmAuthor id="1938" name="tonyliu" initials="t" lastIdx="0" clrIdx="1937"/>
  <p:cmAuthor id="1939" name="Aqf" initials="A" lastIdx="0" clrIdx="1938"/>
  <p:cmAuthor id="1940" name="da lin" initials="dl" lastIdx="0" clrIdx="1939"/>
  <p:cmAuthor id="1941" name="Zhong Zheng" initials="zz" lastIdx="0" clrIdx="1940"/>
  <p:cmAuthor id="1942" name="贾云雁" initials="贾" lastIdx="0" clrIdx="1941"/>
  <p:cmAuthor id="1943" name="Hao Yue" initials="HY" lastIdx="0" clrIdx="1942"/>
  <p:cmAuthor id="1944" name="guoteng" initials="g" lastIdx="0" clrIdx="1943"/>
  <p:cmAuthor id="1945" name="33505" initials="3" lastIdx="0" clrIdx="1944"/>
  <p:cmAuthor id="1946" name="zhaoxingxing" initials="xing" lastIdx="0" clrIdx="1945"/>
  <p:cmAuthor id="1947" name="未知用户190" initials="未" lastIdx="0" clrIdx="1946"/>
  <p:cmAuthor id="1948" name="一桶木头屑" initials="一" lastIdx="0" clrIdx="1947"/>
  <p:cmAuthor id="1949" name="baixiwei" initials="bxw" lastIdx="0" clrIdx="1948"/>
  <p:cmAuthor id="1950" name="Zhenning" initials="zh" lastIdx="0" clrIdx="1949"/>
  <p:cmAuthor id="1951" name="shenbina" initials="s" lastIdx="0" clrIdx="1950"/>
  <p:cmAuthor id="1952" name="Kathy" initials="K" lastIdx="0" clrIdx="1951"/>
  <p:cmAuthor id="1953" name="winner1 chan" initials="wc" lastIdx="0" clrIdx="1952"/>
  <p:cmAuthor id="1954" name="未知用户332" initials="未" lastIdx="0" clrIdx="1953"/>
  <p:cmAuthor id="1955" name="cai yan" initials="cy" lastIdx="0" clrIdx="1954"/>
  <p:cmAuthor id="1956" name="俊晔 邱" initials="俊" lastIdx="0" clrIdx="1955"/>
  <p:cmAuthor id="1957" name="annie.gts@outlook.com" initials="a" lastIdx="0" clrIdx="1956"/>
  <p:cmAuthor id="1958" name="杨 升格" initials="杨" lastIdx="0" clrIdx="1957"/>
  <p:cmAuthor id="1959" name="Unknown User80" initials="U" lastIdx="0" clrIdx="1958"/>
  <p:cmAuthor id="1960" name="cy" initials="c" lastIdx="0" clrIdx="1959"/>
  <p:cmAuthor id="1961" name="lxm" initials="l" lastIdx="0" clrIdx="1960"/>
  <p:cmAuthor id="1962" name="ma jialin" initials="mj" lastIdx="0" clrIdx="1961"/>
  <p:cmAuthor id="1963" name="yesg" initials="y" lastIdx="0" clrIdx="1962"/>
  <p:cmAuthor id="1964" name="陳珮琪" initials="陳珮琪" lastIdx="0" clrIdx="1963"/>
  <p:cmAuthor id="1965" name="soling" initials="s" lastIdx="0" clrIdx="1964"/>
  <p:cmAuthor id="1966" name="李 骁" initials="李" lastIdx="0" clrIdx="1965"/>
  <p:cmAuthor id="1967" name="未知的使用者97" initials="未" lastIdx="0" clrIdx="1966"/>
  <p:cmAuthor id="1968" name="未知用户306" initials="未" lastIdx="0" clrIdx="1967"/>
  <p:cmAuthor id="1969" name="Stacy Chiang" initials="S" lastIdx="0" clrIdx="1968"/>
  <p:cmAuthor id="1970" name="未知用户316" initials="未" lastIdx="0" clrIdx="1969"/>
  <p:cmAuthor id="1971" name="未知用户318" initials="未" lastIdx="0" clrIdx="1970"/>
  <p:cmAuthor id="1972" name="chen hui" initials="c" lastIdx="0" clrIdx="1971"/>
  <p:cmAuthor id="1973" name="未知用户322" initials="未" lastIdx="0" clrIdx="1972"/>
  <p:cmAuthor id="1974" name="未知用户324" initials="未" lastIdx="0" clrIdx="1973"/>
  <p:cmAuthor id="1975" name="wangxinhui" initials="w" lastIdx="0" clrIdx="1974"/>
  <p:cmAuthor id="1976" name="未知用户339" initials="未" lastIdx="0" clrIdx="1975"/>
  <p:cmAuthor id="1977" name="未知用户180" initials="未" lastIdx="0" clrIdx="1976"/>
  <p:cmAuthor id="1978" name="Lina" initials="L" lastIdx="0" clrIdx="1977"/>
  <p:cmAuthor id="1979" name="cmit" initials="c" lastIdx="0" clrIdx="1978"/>
  <p:cmAuthor id="1980" name="songguixiang" initials="s" lastIdx="0" clrIdx="1979"/>
  <p:cmAuthor id="1981" name="dujin" initials="d" lastIdx="0" clrIdx="1980"/>
  <p:cmAuthor id="1982" name="WJF WANGJIAFENG (王家峰)" initials="WW(" lastIdx="0" clrIdx="1981"/>
  <p:cmAuthor id="1983" name="晓睿sky" initials="晓" lastIdx="0" clrIdx="1982"/>
  <p:cmAuthor id="1984" name="run^o^bo" initials="r" lastIdx="0" clrIdx="1983"/>
  <p:cmAuthor id="1985" name="中移在线-许东亮" initials="中" lastIdx="0" clrIdx="1984"/>
  <p:cmAuthor id="1986" name="Heidi" initials="H" lastIdx="0" clrIdx="1985"/>
  <p:cmAuthor id="1987" name="Yin" initials="Y" lastIdx="0" clrIdx="1986"/>
  <p:cmAuthor id="1988" name="一颗柠檬" initials="一" lastIdx="0" clrIdx="1987"/>
  <p:cmAuthor id="1989" name="zhaoxueting" initials="z" lastIdx="0" clrIdx="1988"/>
  <p:cmAuthor id="1990" name="杜小甫" initials="杜" lastIdx="0" clrIdx="1989"/>
  <p:cmAuthor id="1991" name="面包" initials="面" lastIdx="0" clrIdx="1990"/>
  <p:cmAuthor id="1992" name="子小T光军" initials="子" lastIdx="0" clrIdx="1991"/>
  <p:cmAuthor id="1993" name="Anonymous" initials="A" lastIdx="0" clrIdx="1992"/>
  <p:cmAuthor id="1994" name="lrrelevant" initials="l" lastIdx="0" clrIdx="1993"/>
  <p:cmAuthor id="1995" name="Simple" initials="S" lastIdx="0" clrIdx="1994"/>
  <p:cmAuthor id="1996" name="安之若素" initials="安" lastIdx="0" clrIdx="1995"/>
  <p:cmAuthor id="1997" name="cjr" initials="c" lastIdx="0" clrIdx="1996"/>
  <p:cmAuthor id="1998" name="蕾蕾" initials="蕾" lastIdx="0" clrIdx="1997"/>
  <p:cmAuthor id="1999" name="breeze" initials="b" lastIdx="0" clrIdx="1998"/>
  <p:cmAuthor id="2000" name="g究诺衙苯固" initials="g" lastIdx="0" clrIdx="1999"/>
  <p:cmAuthor id="2001" name="辉辉" initials="辉" lastIdx="0" clrIdx="2000"/>
  <p:cmAuthor id="2002" name="孙涛" initials="孙" lastIdx="0" clrIdx="2001"/>
  <p:cmAuthor id="2003" name="sara婷" initials="s" lastIdx="0" clrIdx="2002"/>
  <p:cmAuthor id="2004" name="Saul" initials="S" lastIdx="0" clrIdx="2003"/>
  <p:cmAuthor id="2005" name="卞小宇" initials="卞" lastIdx="0" clrIdx="2004"/>
  <p:cmAuthor id="2006" name="gao0724" initials="g" lastIdx="0" clrIdx="2005"/>
  <p:cmAuthor id="2007" name="z" initials="z" lastIdx="0" clrIdx="2006"/>
  <p:cmAuthor id="2008" name="易宁" initials="易" lastIdx="0" clrIdx="2007"/>
  <p:cmAuthor id="2009" name="娜年星臣Anna" initials="娜" lastIdx="0" clrIdx="2008"/>
  <p:cmAuthor id="2010" name="胡益铭" initials="胡" lastIdx="0" clrIdx="2009"/>
  <p:cmAuthor id="2011" name="panjm" initials="p" lastIdx="0" clrIdx="2010"/>
  <p:cmAuthor id="2012" name="胡岱雯" initials="胡" lastIdx="0" clrIdx="2011"/>
  <p:cmAuthor id="2013" name="张 成亚" initials="张" lastIdx="0" clrIdx="2012"/>
  <p:cmAuthor id="2014" name="未知用户344" initials="未" lastIdx="0" clrIdx="2013"/>
  <p:cmAuthor id="2015" name="jian Ray" initials="j" lastIdx="0" clrIdx="2014"/>
  <p:cmAuthor id="2016" name="马磊" initials="马" lastIdx="0" clrIdx="2015"/>
  <p:cmAuthor id="2017" name="liudehou" initials="l" lastIdx="0" clrIdx="2016"/>
  <p:cmAuthor id="2018" name="wangwei" initials="vv" lastIdx="0" clrIdx="2017"/>
  <p:cmAuthor id="2019" name="zhangxin" initials="z" lastIdx="0" clrIdx="2018"/>
  <p:cmAuthor id="2020" name="wei long" initials="wl" lastIdx="0" clrIdx="2019"/>
  <p:cmAuthor id="2021" name="xiaqianqian@hq.cmcc" initials="xiaqianqian@hq.cmcc" lastIdx="0" clrIdx="2020"/>
  <p:cmAuthor id="2022" name="13686" initials="1" lastIdx="0" clrIdx="2021"/>
  <p:cmAuthor id="2023" name="张卓豫" initials="zzy" lastIdx="0" clrIdx="2022"/>
  <p:cmAuthor id="2024" name="admin7" initials="l" lastIdx="0" clrIdx="2023"/>
  <p:cmAuthor id="2025" name="施旻" initials="施" lastIdx="0" clrIdx="2024"/>
  <p:cmAuthor id="2026" name="zhangyuexin@hq.cmcc" initials="zhangyuexin@hq.cmcc" lastIdx="0" clrIdx="2025"/>
  <p:cmAuthor id="2027" name="黎丹" initials="黎" lastIdx="0" clrIdx="2026"/>
  <p:cmAuthor id="2028" name="LZ" initials="Y" lastIdx="0" clrIdx="2027"/>
  <p:cmAuthor id="2029" name="lunan" initials="l" lastIdx="0" clrIdx="2028"/>
  <p:cmAuthor id="2030" name="liyuting" initials="l" lastIdx="0" clrIdx="2029"/>
  <p:cmAuthor id="2031" name="gengxuan" initials="g" lastIdx="0" clrIdx="2030"/>
  <p:cmAuthor id="2032" name="匿名用户" initials="匿" lastIdx="0" clrIdx="2031"/>
  <p:cmAuthor id="2033" name="陈驹洲" initials="A" lastIdx="0" clrIdx="2032"/>
  <p:cmAuthor id="2034" name="张静_Anua7Nne" initials="authorId_935319063" lastIdx="0" clrIdx="2033"/>
  <p:cmAuthor id="2035" name="10177653" initials="1" lastIdx="0" clrIdx="2034"/>
  <p:cmAuthor id="2036" name="一个不愿意透露姓名" initials="lasdf" lastIdx="0" clrIdx="2035"/>
  <p:cmAuthor id="2037" name="wangchangkun@cmhi.cmcc" initials="wangchangkun@cmhi.cmcc" lastIdx="0" clrIdx="2036"/>
  <p:cmAuthor id="2038" name="tong" initials="t" lastIdx="0" clrIdx="2037"/>
  <p:cmAuthor id="2039" name="PC" initials="P" lastIdx="0" clrIdx="2038"/>
  <p:cmAuthor id="2040" name="huawei" initials="h" lastIdx="0" clrIdx="2039"/>
  <p:cmAuthor id="2041" name="yezengwei" initials="y" lastIdx="0" clrIdx="2040"/>
  <p:cmAuthor id="2042" name="孙璐璐" initials="孙" lastIdx="0" clrIdx="2041"/>
  <p:cmAuthor id="2043" name="1003776019@qq.com" initials="1" lastIdx="0" clrIdx="2042"/>
  <p:cmAuthor id="2044" name="cici" initials="c" lastIdx="0" clrIdx="2043"/>
  <p:cmAuthor id="2045" name="86134" initials="8" lastIdx="0" clrIdx="2044"/>
  <p:cmAuthor id="2046" name="王 金谦" initials="王" lastIdx="0" clrIdx="2045"/>
  <p:cmAuthor id="2047" name="15090" initials="1" lastIdx="0" clrIdx="2046"/>
  <p:cmAuthor id="2048" name="anni" initials="a" lastIdx="0" clrIdx="2047"/>
  <p:cmAuthor id="2049" name="liuyanxue" initials="l" lastIdx="0" clrIdx="2048"/>
  <p:cmAuthor id="2050" name="wangdaiyuan" initials="w" lastIdx="0" clrIdx="2049"/>
  <p:cmAuthor id="2051" name="YUN Jiayue" initials="Y" lastIdx="0" clrIdx="2050"/>
  <p:cmAuthor id="2052" name="Yoda KK" initials="Y" lastIdx="0" clrIdx="2051"/>
  <p:cmAuthor id="2053" name="ZYM" initials="Z" lastIdx="0" clrIdx="2052"/>
  <p:cmAuthor id="2054" name="zhouyangfan" initials="z" lastIdx="0" clrIdx="2053"/>
  <p:cmAuthor id="2055" name="HNN" initials="H" lastIdx="0" clrIdx="2054"/>
  <p:cmAuthor id="2056" name="震" initials="震" lastIdx="0" clrIdx="2055"/>
  <p:cmAuthor id="2057" name="刘国强" initials="刘" lastIdx="0" clrIdx="2056"/>
  <p:cmAuthor id="2058" name="梁光灯_iI7bJ7vm" initials="authorId_510858482" lastIdx="0" clrIdx="2057"/>
  <p:cmAuthor id="2059" name="AI" initials="A" lastIdx="0" clrIdx="2058"/>
  <p:cmAuthor id="2060" name="alpha" initials="a" lastIdx="0" clrIdx="2059"/>
  <p:cmAuthor id="2061" name="Unknown User22" initials="U" lastIdx="0" clrIdx="2060"/>
  <p:cmAuthor id="2062" name="王薇（政企）" initials="王" lastIdx="0" clrIdx="2061"/>
  <p:cmAuthor id="2063" name="俞涛" initials="翟" lastIdx="0" clrIdx="2062"/>
  <p:cmAuthor id="2064" name="15391" initials="1" lastIdx="0" clrIdx="2063"/>
  <p:cmAuthor id="2065" name="MRY" initials="M" lastIdx="0" clrIdx="2064"/>
  <p:cmAuthor id="2066" name="郭" initials="郭" lastIdx="0" clrIdx="2065"/>
  <p:cmAuthor id="2067" name="未知用户228" initials="未" lastIdx="0" clrIdx="2066"/>
  <p:cmAuthor id="2068" name="su pei" initials="s" lastIdx="0" clrIdx="2067"/>
  <p:cmAuthor id="2069" name="邢皓" initials="邢" lastIdx="0" clrIdx="2068"/>
  <p:cmAuthor id="2070" name="PPTer_Tang" initials="z" lastIdx="0" clrIdx="2069"/>
  <p:cmAuthor id="2071" name="伟 沈" initials="伟" lastIdx="0" clrIdx="2070"/>
  <p:cmAuthor id="2072" name="Gu, Yi (ES-CMS-BJ)" initials="GY(" lastIdx="0" clrIdx="2071"/>
  <p:cmAuthor id="2073" name="姚奕奕" initials="姚" lastIdx="0" clrIdx="2072"/>
  <p:cmAuthor id="2074" name="jialihua" initials="j" lastIdx="0" clrIdx="2073"/>
  <p:cmAuthor id="2075" name="Song Junrong" initials="SJ" lastIdx="0" clrIdx="2074"/>
  <p:cmAuthor id="2076" name="duankun" initials="d" lastIdx="0" clrIdx="2075"/>
  <p:cmAuthor id="2077" name="张建勇" initials="u" lastIdx="0" clrIdx="2076"/>
  <p:cmAuthor id="2078" name="a" initials="a" lastIdx="0" clrIdx="2077"/>
  <p:cmAuthor id="2079" name="zxw" initials="z" lastIdx="0" clrIdx="2078"/>
  <p:cmAuthor id="2080" name="王 曦" initials="王" lastIdx="0" clrIdx="2079"/>
  <p:cmAuthor id="2081" name="张馨玲" initials="张" lastIdx="0" clrIdx="2080"/>
  <p:cmAuthor id="2082" name="X13" initials="X" lastIdx="0" clrIdx="2081"/>
  <p:cmAuthor id="2083" name="yaohuijuan " initials="c" lastIdx="0" clrIdx="2082"/>
  <p:cmAuthor id="2084" name="zhifubao" initials="z" lastIdx="0" clrIdx="2083"/>
  <p:cmAuthor id="2085" name="User" initials="U" lastIdx="0" clrIdx="2084"/>
  <p:cmAuthor id="2086" name="茹志强" initials="U" lastIdx="0" clrIdx="2085"/>
  <p:cmAuthor id="2087" name="clj" initials="c" lastIdx="0" clrIdx="2086"/>
  <p:cmAuthor id="2088" name="尹瑶瑶" initials="尹" lastIdx="0" clrIdx="2087"/>
  <p:cmAuthor id="2089" name="wangzibao@ha.cmcc" initials="w" lastIdx="0" clrIdx="2088"/>
  <p:cmAuthor id="2090" name="sai" initials="s" lastIdx="0" clrIdx="2089"/>
  <p:cmAuthor id="2091" name="俊 刘" initials="俊刘" lastIdx="0" clrIdx="2090"/>
  <p:cmAuthor id="2092" name="马玉含" initials="马" lastIdx="0" clrIdx="2091"/>
  <p:cmAuthor id="2093" name="86131" initials="8" lastIdx="0" clrIdx="2092"/>
  <p:cmAuthor id="2094" name="-   -" initials="-" lastIdx="0" clrIdx="2093"/>
  <p:cmAuthor id="2095" name="张刘玉" initials="Z" lastIdx="0" clrIdx="2094"/>
  <p:cmAuthor id="2096" name="MarkAlice" initials="M" lastIdx="0" clrIdx="2095"/>
  <p:cmAuthor id="2097" name="mbs" initials="m" lastIdx="0" clrIdx="2096"/>
  <p:cmAuthor id="2098" name="宋桂祥" initials="宋" lastIdx="0" clrIdx="2097"/>
  <p:cmAuthor id="2099" name="guojunjun" initials="g" lastIdx="0" clrIdx="2098"/>
  <p:cmAuthor id="2100" name="白天石10193388" initials="白天石10193388" lastIdx="0" clrIdx="2099"/>
  <p:cmAuthor id="2101" name="10012269" initials="1" lastIdx="0" clrIdx="2100"/>
  <p:cmAuthor id="2102" name="卢静" initials="卢静" lastIdx="0" clrIdx="2101"/>
  <p:cmAuthor id="2103" name="卫新新" initials="卫" lastIdx="0" clrIdx="2102"/>
  <p:cmAuthor id="2104" name="10288204" initials="1" lastIdx="0" clrIdx="2103"/>
  <p:cmAuthor id="2105" name="leilinghong" initials="l" lastIdx="0" clrIdx="2104"/>
  <p:cmAuthor id="2106" name="牛宏帅" initials="牛" lastIdx="0" clrIdx="2105"/>
  <p:cmAuthor id="2107" name="Xukejia" initials="X" lastIdx="0" clrIdx="2106"/>
  <p:cmAuthor id="2108" name="叶亦琳" initials="yeyilin@ha.cmcc" lastIdx="0" clrIdx="2107"/>
  <p:cmAuthor id="2109" name="于杰|yujie1|区公司/服务管理部/产品管理室" initials="于" lastIdx="0" clrIdx="2108"/>
  <p:cmAuthor id="2110" name="陈小存|KF080401016" initials="陈小存" lastIdx="0" clrIdx="2109"/>
  <p:cmAuthor id="2111" name="yj W" initials="yW" lastIdx="0" clrIdx="2110"/>
  <p:cmAuthor id="2112" name="徐麟" initials="u" lastIdx="0" clrIdx="2111"/>
  <p:cmAuthor id="2113" name="86157" initials="8" lastIdx="0" clrIdx="2112"/>
  <p:cmAuthor id="2114" name="H H" initials="HH" lastIdx="0" clrIdx="2113"/>
  <p:cmAuthor id="2115" name="ding ruiwen" initials="dr" lastIdx="0" clrIdx="2114"/>
  <p:cmAuthor id="2116" name="未知用户37" initials="未" lastIdx="0" clrIdx="2115"/>
  <p:cmAuthor id="2117" name="zhangzhongmin" initials="zhangzhongmin" lastIdx="0" clrIdx="2116"/>
  <p:cmAuthor id="2118" name="xiehaoming" initials="xiehaoming" lastIdx="0" clrIdx="2117"/>
  <p:cmAuthor id="2119" name="刘铎" initials="刘" lastIdx="0" clrIdx="2118"/>
  <p:cmAuthor id="2120" name="梁田" initials="梁" lastIdx="0" clrIdx="2119"/>
  <p:cmAuthor id="2121" name="陈毅辉" initials="陈" lastIdx="0" clrIdx="2120"/>
  <p:cmAuthor id="2122" name="王绎萌" initials="王" lastIdx="0" clrIdx="2121"/>
  <p:cmAuthor id="2123" name="秋霞" initials="秋" lastIdx="0" clrIdx="2122"/>
  <p:cmAuthor id="2124" name="陈丹" initials="陈" lastIdx="0" clrIdx="2123"/>
  <p:cmAuthor id="2125" name="王红信" initials="王" lastIdx="0" clrIdx="2124"/>
  <p:cmAuthor id="2126" name="shinan29" initials="s" lastIdx="0" clrIdx="2125"/>
  <p:cmAuthor id="2127" name="李奇" initials="奇奇" lastIdx="0" clrIdx="2126"/>
  <p:cmAuthor id="2128" name="邵 勇丽" initials="邵" lastIdx="0" clrIdx="2127"/>
  <p:cmAuthor id="2129" name="崔亚丹" initials="崔" lastIdx="0" clrIdx="2128"/>
  <p:cmAuthor id="2130" name="张" initials="张" lastIdx="0" clrIdx="2129"/>
  <p:cmAuthor id="2131" name="USER298865" initials="U" lastIdx="0" clrIdx="2130"/>
  <p:cmAuthor id="2132" name="chenlin02" initials="c" lastIdx="0" clrIdx="2131"/>
  <p:cmAuthor id="2133" name="pds" initials="p" lastIdx="0" clrIdx="2132"/>
  <p:cmAuthor id="2134" name="王晓磊" initials="王" lastIdx="0" clrIdx="2133"/>
  <p:cmAuthor id="2135" name="A加基森" initials="A" lastIdx="0" clrIdx="2134"/>
  <p:cmAuthor id="2136" name="" initials="" lastIdx="0" clrIdx="2135"/>
  <p:cmAuthor id="2137" name="大熊" initials="大" lastIdx="0" clrIdx="2136"/>
  <p:cmAuthor id="2138" name="939" initials="9" lastIdx="0" clrIdx="2137"/>
  <p:cmAuthor id="2139" name="anyan" initials="a" lastIdx="0" clrIdx="2138"/>
  <p:cmAuthor id="2140" name="10225611" initials="1" lastIdx="0" clrIdx="2139"/>
  <p:cmAuthor id="2141" name="喜欢下雪天" initials="喜" lastIdx="0" clrIdx="2140"/>
  <p:cmAuthor id="2142" name="微微" initials="微" lastIdx="0" clrIdx="2141"/>
  <p:cmAuthor id="2143" name="贝贝" initials="贝" lastIdx="0" clrIdx="2142"/>
  <p:cmAuthor id="2144" name="wyy" initials="w" lastIdx="0" clrIdx="2143"/>
  <p:cmAuthor id="2145" name="huxiaolu" initials="h" lastIdx="0" clrIdx="2144"/>
  <p:cmAuthor id="2146" name="flower" initials="f" lastIdx="0" clrIdx="2145"/>
  <p:cmAuthor id="2147" name="thinkin" initials="t" lastIdx="0" clrIdx="214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tags" Target="../tags/tag8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矩形 135"/>
          <p:cNvSpPr/>
          <p:nvPr/>
        </p:nvSpPr>
        <p:spPr>
          <a:xfrm>
            <a:off x="1185545" y="2510790"/>
            <a:ext cx="4361180" cy="23768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b" anchorCtr="1"/>
          <a:lstStyle/>
          <a:p>
            <a:pPr algn="ctr"/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556193" y="929640"/>
            <a:ext cx="1619885" cy="338455"/>
          </a:xfrm>
          <a:prstGeom prst="rect">
            <a:avLst/>
          </a:prstGeom>
          <a:ln>
            <a:solidFill>
              <a:srgbClr val="0B85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微软雅黑" charset="-122"/>
                <a:ea typeface="微软雅黑" charset="-122"/>
                <a:cs typeface="微软雅黑" charset="-122"/>
              </a:rPr>
              <a:t>APP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灵犀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入口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cxnSp>
        <p:nvCxnSpPr>
          <p:cNvPr id="27" name="Elbow Connector 47"/>
          <p:cNvCxnSpPr>
            <a:stCxn id="14" idx="2"/>
            <a:endCxn id="46" idx="0"/>
          </p:cNvCxnSpPr>
          <p:nvPr>
            <p:custDataLst>
              <p:tags r:id="rId1"/>
            </p:custDataLst>
          </p:nvPr>
        </p:nvCxnSpPr>
        <p:spPr>
          <a:xfrm rot="5400000">
            <a:off x="3099118" y="1535113"/>
            <a:ext cx="534670" cy="635"/>
          </a:xfrm>
          <a:prstGeom prst="bentConnector3">
            <a:avLst>
              <a:gd name="adj1" fmla="val 49941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2556193" y="5046345"/>
            <a:ext cx="1619885" cy="337820"/>
          </a:xfrm>
          <a:prstGeom prst="rect">
            <a:avLst/>
          </a:prstGeom>
          <a:ln>
            <a:solidFill>
              <a:srgbClr val="0B85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sz="1200">
                <a:latin typeface="微软雅黑" charset="-122"/>
                <a:ea typeface="微软雅黑" charset="-122"/>
                <a:cs typeface="微软雅黑" charset="-122"/>
              </a:rPr>
              <a:t>直接回复</a:t>
            </a:r>
            <a:endParaRPr lang="zh-CN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451635" y="3251836"/>
            <a:ext cx="1008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读取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资费说明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451635" y="3843338"/>
            <a:ext cx="1008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智能体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解读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回复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869565" y="3251836"/>
            <a:ext cx="1007745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查询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客户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实时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画像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869565" y="3843338"/>
            <a:ext cx="1007745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智能体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分析推荐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287800" y="3251836"/>
            <a:ext cx="1007745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确认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办理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意愿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316375" y="3843338"/>
            <a:ext cx="1007745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展示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订购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卡片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566135" y="1802765"/>
            <a:ext cx="3600000" cy="3390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灵犀路由转发</a:t>
            </a:r>
            <a:r>
              <a:rPr lang="en-US" altLang="zh-CN" sz="1200">
                <a:latin typeface="微软雅黑" charset="-122"/>
                <a:ea typeface="微软雅黑" charset="-122"/>
                <a:cs typeface="微软雅黑" charset="-122"/>
              </a:rPr>
              <a:t>（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是否咨询</a:t>
            </a:r>
            <a:r>
              <a:rPr lang="en-US" altLang="zh-CN" sz="1200">
                <a:latin typeface="微软雅黑" charset="-122"/>
                <a:ea typeface="微软雅黑" charset="-122"/>
                <a:cs typeface="微软雅黑" charset="-122"/>
              </a:rPr>
              <a:t>/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推荐</a:t>
            </a:r>
            <a:r>
              <a:rPr lang="en-US" altLang="zh-CN" sz="1200">
                <a:latin typeface="微软雅黑" charset="-122"/>
                <a:ea typeface="微软雅黑" charset="-122"/>
                <a:cs typeface="微软雅黑" charset="-122"/>
              </a:rPr>
              <a:t>/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订购业务意图</a:t>
            </a:r>
            <a:r>
              <a:rPr lang="en-US" altLang="zh-CN" sz="1200">
                <a:latin typeface="微软雅黑" charset="-122"/>
                <a:ea typeface="微软雅黑" charset="-122"/>
                <a:cs typeface="微软雅黑" charset="-122"/>
              </a:rPr>
              <a:t>）</a:t>
            </a:r>
            <a:endParaRPr lang="en-US" altLang="zh-CN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cxnSp>
        <p:nvCxnSpPr>
          <p:cNvPr id="48" name="肘形连接符 47"/>
          <p:cNvCxnSpPr>
            <a:stCxn id="46" idx="2"/>
            <a:endCxn id="61" idx="0"/>
          </p:cNvCxnSpPr>
          <p:nvPr/>
        </p:nvCxnSpPr>
        <p:spPr>
          <a:xfrm rot="5400000">
            <a:off x="2268855" y="1838960"/>
            <a:ext cx="794385" cy="1400175"/>
          </a:xfrm>
          <a:prstGeom prst="bentConnector3">
            <a:avLst>
              <a:gd name="adj1" fmla="val 5004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46" idx="2"/>
            <a:endCxn id="62" idx="0"/>
          </p:cNvCxnSpPr>
          <p:nvPr/>
        </p:nvCxnSpPr>
        <p:spPr>
          <a:xfrm rot="5400000" flipV="1">
            <a:off x="2972753" y="2535238"/>
            <a:ext cx="794385" cy="7620"/>
          </a:xfrm>
          <a:prstGeom prst="bentConnector3">
            <a:avLst>
              <a:gd name="adj1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肘形连接符 6"/>
          <p:cNvCxnSpPr>
            <a:stCxn id="46" idx="2"/>
            <a:endCxn id="63" idx="0"/>
          </p:cNvCxnSpPr>
          <p:nvPr/>
        </p:nvCxnSpPr>
        <p:spPr>
          <a:xfrm rot="5400000" flipV="1">
            <a:off x="3676650" y="1831340"/>
            <a:ext cx="794385" cy="1415415"/>
          </a:xfrm>
          <a:prstGeom prst="bentConnector3">
            <a:avLst>
              <a:gd name="adj1" fmla="val 5004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肘形连接符 54"/>
          <p:cNvCxnSpPr>
            <a:stCxn id="61" idx="2"/>
            <a:endCxn id="35" idx="0"/>
          </p:cNvCxnSpPr>
          <p:nvPr/>
        </p:nvCxnSpPr>
        <p:spPr>
          <a:xfrm rot="5400000" flipV="1">
            <a:off x="2382520" y="4062095"/>
            <a:ext cx="567690" cy="1400810"/>
          </a:xfrm>
          <a:prstGeom prst="bentConnector3">
            <a:avLst>
              <a:gd name="adj1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肘形连接符 55"/>
          <p:cNvCxnSpPr>
            <a:stCxn id="62" idx="2"/>
            <a:endCxn id="35" idx="0"/>
          </p:cNvCxnSpPr>
          <p:nvPr/>
        </p:nvCxnSpPr>
        <p:spPr>
          <a:xfrm rot="5400000">
            <a:off x="3086418" y="4759008"/>
            <a:ext cx="567690" cy="6985"/>
          </a:xfrm>
          <a:prstGeom prst="bentConnector3">
            <a:avLst>
              <a:gd name="adj1" fmla="val 49944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肘形连接符 56"/>
          <p:cNvCxnSpPr>
            <a:stCxn id="63" idx="2"/>
            <a:endCxn id="35" idx="0"/>
          </p:cNvCxnSpPr>
          <p:nvPr/>
        </p:nvCxnSpPr>
        <p:spPr>
          <a:xfrm rot="5400000">
            <a:off x="3790315" y="4055110"/>
            <a:ext cx="567690" cy="1414780"/>
          </a:xfrm>
          <a:prstGeom prst="bentConnector3">
            <a:avLst>
              <a:gd name="adj1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170180" y="2511425"/>
            <a:ext cx="718185" cy="237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非资费推荐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意图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cxnSp>
        <p:nvCxnSpPr>
          <p:cNvPr id="47" name="肘形连接符 46"/>
          <p:cNvCxnSpPr>
            <a:stCxn id="46" idx="1"/>
            <a:endCxn id="38" idx="0"/>
          </p:cNvCxnSpPr>
          <p:nvPr/>
        </p:nvCxnSpPr>
        <p:spPr>
          <a:xfrm rot="10800000" flipV="1">
            <a:off x="529590" y="1972310"/>
            <a:ext cx="1036320" cy="539115"/>
          </a:xfrm>
          <a:prstGeom prst="bentConnector2">
            <a:avLst/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1311910" y="2935923"/>
            <a:ext cx="1307465" cy="1542415"/>
          </a:xfrm>
          <a:prstGeom prst="rect">
            <a:avLst/>
          </a:prstGeom>
          <a:ln>
            <a:solidFill>
              <a:srgbClr val="0B85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咨询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资费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719705" y="2935923"/>
            <a:ext cx="1307465" cy="1542415"/>
          </a:xfrm>
          <a:prstGeom prst="rect">
            <a:avLst/>
          </a:prstGeom>
          <a:ln>
            <a:solidFill>
              <a:srgbClr val="0B85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推荐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资费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127500" y="2935923"/>
            <a:ext cx="1307465" cy="1542415"/>
          </a:xfrm>
          <a:prstGeom prst="rect">
            <a:avLst/>
          </a:prstGeom>
          <a:ln>
            <a:solidFill>
              <a:srgbClr val="0B85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订购资费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7438390" y="2424430"/>
            <a:ext cx="4361180" cy="23768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b" anchorCtr="1"/>
          <a:lstStyle/>
          <a:p>
            <a:pPr algn="ctr"/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809038" y="843280"/>
            <a:ext cx="1619885" cy="338455"/>
          </a:xfrm>
          <a:prstGeom prst="rect">
            <a:avLst/>
          </a:prstGeom>
          <a:ln>
            <a:solidFill>
              <a:srgbClr val="0B85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微软雅黑" charset="-122"/>
                <a:ea typeface="微软雅黑" charset="-122"/>
                <a:cs typeface="微软雅黑" charset="-122"/>
              </a:rPr>
              <a:t>APP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灵犀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入口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cxnSp>
        <p:nvCxnSpPr>
          <p:cNvPr id="67" name="Elbow Connector 47"/>
          <p:cNvCxnSpPr>
            <a:stCxn id="66" idx="2"/>
            <a:endCxn id="75" idx="0"/>
          </p:cNvCxnSpPr>
          <p:nvPr>
            <p:custDataLst>
              <p:tags r:id="rId2"/>
            </p:custDataLst>
          </p:nvPr>
        </p:nvCxnSpPr>
        <p:spPr>
          <a:xfrm rot="5400000">
            <a:off x="9351963" y="1448753"/>
            <a:ext cx="534670" cy="635"/>
          </a:xfrm>
          <a:prstGeom prst="bentConnector3">
            <a:avLst>
              <a:gd name="adj1" fmla="val 49941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8809038" y="4959985"/>
            <a:ext cx="1619885" cy="337820"/>
          </a:xfrm>
          <a:prstGeom prst="rect">
            <a:avLst/>
          </a:prstGeom>
          <a:ln>
            <a:solidFill>
              <a:srgbClr val="0B85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sz="1200">
                <a:latin typeface="微软雅黑" charset="-122"/>
                <a:ea typeface="微软雅黑" charset="-122"/>
                <a:cs typeface="微软雅黑" charset="-122"/>
              </a:rPr>
              <a:t>直接回复</a:t>
            </a:r>
            <a:endParaRPr lang="zh-CN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7704480" y="3165476"/>
            <a:ext cx="1008000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读取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资费说明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7704480" y="3756978"/>
            <a:ext cx="1008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智能体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解读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回复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9122410" y="3165476"/>
            <a:ext cx="1007745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查询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客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户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实时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画像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9122410" y="3756978"/>
            <a:ext cx="1007745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智能体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分析推荐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0540645" y="3165476"/>
            <a:ext cx="1007745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确认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办理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意愿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0569220" y="3756978"/>
            <a:ext cx="1007745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展示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订购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卡片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7818980" y="1716405"/>
            <a:ext cx="3600000" cy="3390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灵犀路由转发</a:t>
            </a:r>
            <a:r>
              <a:rPr lang="en-US" altLang="zh-CN" sz="1200">
                <a:latin typeface="微软雅黑" charset="-122"/>
                <a:ea typeface="微软雅黑" charset="-122"/>
                <a:cs typeface="微软雅黑" charset="-122"/>
              </a:rPr>
              <a:t>（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是否咨询</a:t>
            </a:r>
            <a:r>
              <a:rPr lang="en-US" altLang="zh-CN" sz="1200">
                <a:latin typeface="微软雅黑" charset="-122"/>
                <a:ea typeface="微软雅黑" charset="-122"/>
                <a:cs typeface="微软雅黑" charset="-122"/>
              </a:rPr>
              <a:t>/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推荐</a:t>
            </a:r>
            <a:r>
              <a:rPr lang="en-US" altLang="zh-CN" sz="1200">
                <a:latin typeface="微软雅黑" charset="-122"/>
                <a:ea typeface="微软雅黑" charset="-122"/>
                <a:cs typeface="微软雅黑" charset="-122"/>
              </a:rPr>
              <a:t>/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订购业务意图</a:t>
            </a:r>
            <a:r>
              <a:rPr lang="en-US" altLang="zh-CN" sz="1200">
                <a:latin typeface="微软雅黑" charset="-122"/>
                <a:ea typeface="微软雅黑" charset="-122"/>
                <a:cs typeface="微软雅黑" charset="-122"/>
              </a:rPr>
              <a:t>）</a:t>
            </a:r>
            <a:endParaRPr lang="en-US" altLang="zh-CN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cxnSp>
        <p:nvCxnSpPr>
          <p:cNvPr id="76" name="肘形连接符 75"/>
          <p:cNvCxnSpPr>
            <a:stCxn id="75" idx="2"/>
            <a:endCxn id="86" idx="0"/>
          </p:cNvCxnSpPr>
          <p:nvPr/>
        </p:nvCxnSpPr>
        <p:spPr>
          <a:xfrm rot="5400000">
            <a:off x="8521700" y="1752600"/>
            <a:ext cx="794385" cy="1400175"/>
          </a:xfrm>
          <a:prstGeom prst="bentConnector3">
            <a:avLst>
              <a:gd name="adj1" fmla="val 5004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肘形连接符 76"/>
          <p:cNvCxnSpPr>
            <a:stCxn id="75" idx="2"/>
            <a:endCxn id="87" idx="0"/>
          </p:cNvCxnSpPr>
          <p:nvPr/>
        </p:nvCxnSpPr>
        <p:spPr>
          <a:xfrm rot="5400000" flipV="1">
            <a:off x="9225598" y="2448878"/>
            <a:ext cx="794385" cy="7620"/>
          </a:xfrm>
          <a:prstGeom prst="bentConnector3">
            <a:avLst>
              <a:gd name="adj1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肘形连接符 78"/>
          <p:cNvCxnSpPr>
            <a:stCxn id="75" idx="2"/>
            <a:endCxn id="88" idx="0"/>
          </p:cNvCxnSpPr>
          <p:nvPr/>
        </p:nvCxnSpPr>
        <p:spPr>
          <a:xfrm rot="5400000" flipV="1">
            <a:off x="9929495" y="1744980"/>
            <a:ext cx="794385" cy="1415415"/>
          </a:xfrm>
          <a:prstGeom prst="bentConnector3">
            <a:avLst>
              <a:gd name="adj1" fmla="val 5004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肘形连接符 79"/>
          <p:cNvCxnSpPr>
            <a:stCxn id="86" idx="2"/>
            <a:endCxn id="68" idx="0"/>
          </p:cNvCxnSpPr>
          <p:nvPr/>
        </p:nvCxnSpPr>
        <p:spPr>
          <a:xfrm rot="5400000" flipV="1">
            <a:off x="8635365" y="3975735"/>
            <a:ext cx="567690" cy="1400810"/>
          </a:xfrm>
          <a:prstGeom prst="bentConnector3">
            <a:avLst>
              <a:gd name="adj1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肘形连接符 81"/>
          <p:cNvCxnSpPr>
            <a:stCxn id="87" idx="2"/>
            <a:endCxn id="68" idx="0"/>
          </p:cNvCxnSpPr>
          <p:nvPr/>
        </p:nvCxnSpPr>
        <p:spPr>
          <a:xfrm rot="5400000">
            <a:off x="9339263" y="4672648"/>
            <a:ext cx="567690" cy="6985"/>
          </a:xfrm>
          <a:prstGeom prst="bentConnector3">
            <a:avLst>
              <a:gd name="adj1" fmla="val 49944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肘形连接符 82"/>
          <p:cNvCxnSpPr>
            <a:stCxn id="88" idx="2"/>
            <a:endCxn id="68" idx="0"/>
          </p:cNvCxnSpPr>
          <p:nvPr/>
        </p:nvCxnSpPr>
        <p:spPr>
          <a:xfrm rot="5400000">
            <a:off x="10043160" y="3968750"/>
            <a:ext cx="567690" cy="1414780"/>
          </a:xfrm>
          <a:prstGeom prst="bentConnector3">
            <a:avLst>
              <a:gd name="adj1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6423025" y="2425065"/>
            <a:ext cx="718185" cy="237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非资费推荐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意图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cxnSp>
        <p:nvCxnSpPr>
          <p:cNvPr id="85" name="肘形连接符 84"/>
          <p:cNvCxnSpPr>
            <a:stCxn id="75" idx="1"/>
            <a:endCxn id="84" idx="0"/>
          </p:cNvCxnSpPr>
          <p:nvPr/>
        </p:nvCxnSpPr>
        <p:spPr>
          <a:xfrm rot="10800000" flipV="1">
            <a:off x="6782435" y="1885950"/>
            <a:ext cx="1036320" cy="539115"/>
          </a:xfrm>
          <a:prstGeom prst="bentConnector2">
            <a:avLst/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7564755" y="2849563"/>
            <a:ext cx="1307465" cy="1542415"/>
          </a:xfrm>
          <a:prstGeom prst="rect">
            <a:avLst/>
          </a:prstGeom>
          <a:ln>
            <a:solidFill>
              <a:srgbClr val="0B85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咨询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资费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972550" y="2849563"/>
            <a:ext cx="1307465" cy="1542415"/>
          </a:xfrm>
          <a:prstGeom prst="rect">
            <a:avLst/>
          </a:prstGeom>
          <a:ln>
            <a:solidFill>
              <a:srgbClr val="0B85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推荐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资费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380345" y="2849563"/>
            <a:ext cx="1307465" cy="1542415"/>
          </a:xfrm>
          <a:prstGeom prst="rect">
            <a:avLst/>
          </a:prstGeom>
          <a:ln>
            <a:solidFill>
              <a:srgbClr val="0B85C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订购资费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607685" y="3383280"/>
            <a:ext cx="718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VS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52400" y="5574030"/>
            <a:ext cx="5394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charset="0"/>
                <a:ea typeface="微软雅黑" charset="0"/>
              </a:rPr>
              <a:t>在线公司主张资费智能体应覆盖全旅程</a:t>
            </a:r>
            <a:r>
              <a:rPr lang="en-US" altLang="zh-CN">
                <a:latin typeface="微软雅黑" charset="0"/>
                <a:ea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</a:rPr>
              <a:t>作为整体能力接入灵犀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6326505" y="5525770"/>
            <a:ext cx="57048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charset="0"/>
                <a:ea typeface="微软雅黑" charset="0"/>
              </a:rPr>
              <a:t>集团数智化部只想要承接狭义“推荐”场景</a:t>
            </a:r>
            <a:r>
              <a:rPr lang="en-US" altLang="zh-CN">
                <a:latin typeface="微软雅黑" charset="0"/>
                <a:ea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</a:rPr>
              <a:t>并提出应由在线封装智能体需要的工具接口</a:t>
            </a:r>
            <a:r>
              <a:rPr lang="en-US" altLang="zh-CN">
                <a:latin typeface="微软雅黑" charset="0"/>
                <a:ea typeface="微软雅黑" charset="0"/>
              </a:rPr>
              <a:t>（</a:t>
            </a:r>
            <a:r>
              <a:rPr lang="zh-CN" altLang="en-US">
                <a:latin typeface="微软雅黑" charset="0"/>
                <a:ea typeface="微软雅黑" charset="0"/>
              </a:rPr>
              <a:t>接口</a:t>
            </a:r>
            <a:r>
              <a:rPr lang="en-US" altLang="zh-CN">
                <a:latin typeface="微软雅黑" charset="0"/>
                <a:ea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</a:rPr>
              <a:t>数据均在数智化部</a:t>
            </a:r>
            <a:r>
              <a:rPr lang="en-US" altLang="zh-CN">
                <a:latin typeface="微软雅黑" charset="0"/>
                <a:ea typeface="微软雅黑" charset="0"/>
              </a:rPr>
              <a:t>）</a:t>
            </a:r>
            <a:endParaRPr lang="en-US" altLang="zh-CN">
              <a:latin typeface="微软雅黑" charset="0"/>
              <a:ea typeface="微软雅黑" charset="0"/>
            </a:endParaRPr>
          </a:p>
        </p:txBody>
      </p:sp>
      <p:sp>
        <p:nvSpPr>
          <p:cNvPr id="92" name="乘号 91"/>
          <p:cNvSpPr/>
          <p:nvPr/>
        </p:nvSpPr>
        <p:spPr>
          <a:xfrm>
            <a:off x="7930515" y="2360295"/>
            <a:ext cx="576000" cy="576000"/>
          </a:xfrm>
          <a:prstGeom prst="mathMultiply">
            <a:avLst>
              <a:gd name="adj1" fmla="val 1220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乘号 93"/>
          <p:cNvSpPr/>
          <p:nvPr/>
        </p:nvSpPr>
        <p:spPr>
          <a:xfrm>
            <a:off x="10746105" y="2360295"/>
            <a:ext cx="576000" cy="576000"/>
          </a:xfrm>
          <a:prstGeom prst="mathMultiply">
            <a:avLst>
              <a:gd name="adj1" fmla="val 1220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" name="矩形 135"/>
          <p:cNvSpPr/>
          <p:nvPr/>
        </p:nvSpPr>
        <p:spPr>
          <a:xfrm>
            <a:off x="1998345" y="441325"/>
            <a:ext cx="9756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71755" rIns="0" bIns="71755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APP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灵犀入口</a:t>
            </a:r>
            <a:endParaRPr lang="zh-CN" altLang="en-US" sz="16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（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前端渲染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、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埋点监控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、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页面跳转等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）</a:t>
            </a:r>
            <a:endParaRPr lang="zh-CN" altLang="en-US" sz="16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7660" y="617175"/>
            <a:ext cx="1490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交互层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98345" y="1508035"/>
            <a:ext cx="9756000" cy="719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71755" rIns="0" bIns="71755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7660" y="1545183"/>
            <a:ext cx="14903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调度</a:t>
            </a:r>
            <a:r>
              <a:rPr lang="zh-CN" altLang="en-US">
                <a:latin typeface="微软雅黑" charset="0"/>
                <a:ea typeface="微软雅黑" charset="0"/>
              </a:rPr>
              <a:t>控制层</a:t>
            </a:r>
            <a:endParaRPr lang="zh-CN" altLang="en-US"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（</a:t>
            </a:r>
            <a:r>
              <a:rPr lang="zh-CN" altLang="en-US">
                <a:latin typeface="微软雅黑" charset="0"/>
                <a:ea typeface="微软雅黑" charset="0"/>
              </a:rPr>
              <a:t>主智能体）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9011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流量控制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8269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上下文管理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7527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任务规划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6785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任务调度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56043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内容审核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5301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回复生成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98345" y="2574290"/>
            <a:ext cx="9756000" cy="36360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107950" rIns="0" bIns="107950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业务子智能体</a:t>
            </a:r>
            <a:endParaRPr lang="zh-CN" altLang="en-US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7660" y="4069625"/>
            <a:ext cx="14903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任务</a:t>
            </a:r>
            <a:r>
              <a:rPr lang="zh-CN" altLang="en-US">
                <a:latin typeface="微软雅黑" charset="0"/>
                <a:ea typeface="微软雅黑" charset="0"/>
              </a:rPr>
              <a:t>执行层</a:t>
            </a:r>
            <a:endParaRPr lang="zh-CN" altLang="en-US">
              <a:latin typeface="微软雅黑" charset="0"/>
              <a:ea typeface="微软雅黑" charset="0"/>
            </a:endParaRPr>
          </a:p>
          <a:p>
            <a:pPr algn="ctr"/>
            <a:r>
              <a:rPr lang="en-US" altLang="zh-CN">
                <a:latin typeface="微软雅黑" charset="0"/>
                <a:ea typeface="微软雅黑" charset="0"/>
              </a:rPr>
              <a:t>（</a:t>
            </a:r>
            <a:r>
              <a:rPr lang="zh-CN" altLang="en-US">
                <a:latin typeface="微软雅黑" charset="0"/>
                <a:ea typeface="微软雅黑" charset="0"/>
              </a:rPr>
              <a:t>子智能体</a:t>
            </a:r>
            <a:r>
              <a:rPr lang="en-US" altLang="zh-CN">
                <a:latin typeface="微软雅黑" charset="0"/>
                <a:ea typeface="微软雅黑" charset="0"/>
              </a:rPr>
              <a:t>）</a:t>
            </a:r>
            <a:endParaRPr lang="en-US" altLang="zh-CN">
              <a:latin typeface="微软雅黑" charset="0"/>
              <a:ea typeface="微软雅黑" charset="0"/>
            </a:endParaRPr>
          </a:p>
        </p:txBody>
      </p:sp>
      <p:cxnSp>
        <p:nvCxnSpPr>
          <p:cNvPr id="26" name="Elbow Connector 47"/>
          <p:cNvCxnSpPr>
            <a:stCxn id="7" idx="2"/>
            <a:endCxn id="15" idx="0"/>
          </p:cNvCxnSpPr>
          <p:nvPr>
            <p:custDataLst>
              <p:tags r:id="rId1"/>
            </p:custDataLst>
          </p:nvPr>
        </p:nvCxnSpPr>
        <p:spPr>
          <a:xfrm rot="5400000" flipV="1">
            <a:off x="6703060" y="2400935"/>
            <a:ext cx="346710" cy="3175"/>
          </a:xfrm>
          <a:prstGeom prst="bentConnector2">
            <a:avLst/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47"/>
          <p:cNvCxnSpPr>
            <a:stCxn id="136" idx="2"/>
            <a:endCxn id="7" idx="0"/>
          </p:cNvCxnSpPr>
          <p:nvPr>
            <p:custDataLst>
              <p:tags r:id="rId2"/>
            </p:custDataLst>
          </p:nvPr>
        </p:nvCxnSpPr>
        <p:spPr>
          <a:xfrm rot="5400000" flipV="1">
            <a:off x="6703060" y="1334770"/>
            <a:ext cx="346710" cy="3175"/>
          </a:xfrm>
          <a:prstGeom prst="bentConnector2">
            <a:avLst/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4627880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账单资费场景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753610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余额查询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753610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账单查询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753610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电子发票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753610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话费查询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53610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98185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流量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语音场景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23915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余量查询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23915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流量咨询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23915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家庭共享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23915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5G</a:t>
            </a:r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上网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923915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968490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家宽增值场景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094220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骚扰防护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094220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已订业务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094220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高清电视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94220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宽带业务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7094220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138795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权益活动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264525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福利活动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264525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营销活动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264525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运营活动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264525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三大计划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264525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9309100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爱购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商城场景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9434830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一站购物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9434830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手机终端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9434830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智慧家庭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434830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AI</a:t>
            </a:r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豆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9434830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0479405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外部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垂域场景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605135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咪咕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605135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金科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0605135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终端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10605135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通识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0605135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2099310" y="3136900"/>
            <a:ext cx="2437765" cy="2879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t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资费推荐智能体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2185670" y="3510915"/>
            <a:ext cx="1080000" cy="10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“查”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3373755" y="3510915"/>
            <a:ext cx="1080000" cy="10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“推”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2185670" y="4759325"/>
            <a:ext cx="1080000" cy="10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“办”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3373755" y="4747260"/>
            <a:ext cx="1080000" cy="10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“用”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239670" y="3770630"/>
            <a:ext cx="972000" cy="324000"/>
          </a:xfrm>
          <a:prstGeom prst="rect">
            <a:avLst/>
          </a:prstGeom>
          <a:solidFill>
            <a:schemeClr val="accent2"/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服务</a:t>
            </a: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接口查询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2239670" y="4159885"/>
            <a:ext cx="972000" cy="324000"/>
          </a:xfrm>
          <a:prstGeom prst="rect">
            <a:avLst/>
          </a:prstGeom>
          <a:solidFill>
            <a:schemeClr val="accent2"/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产品</a:t>
            </a: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数据</a:t>
            </a: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查询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3427755" y="3770630"/>
            <a:ext cx="972000" cy="324000"/>
          </a:xfrm>
          <a:prstGeom prst="rect">
            <a:avLst/>
          </a:prstGeom>
          <a:solidFill>
            <a:schemeClr val="accent2"/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业务推荐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3427755" y="4159885"/>
            <a:ext cx="972000" cy="324000"/>
          </a:xfrm>
          <a:prstGeom prst="rect">
            <a:avLst/>
          </a:prstGeom>
          <a:solidFill>
            <a:schemeClr val="accent2"/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可办理校验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2239670" y="5440680"/>
            <a:ext cx="972000" cy="324000"/>
          </a:xfrm>
          <a:prstGeom prst="rect">
            <a:avLst/>
          </a:prstGeom>
          <a:solidFill>
            <a:schemeClr val="accent2"/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办理</a:t>
            </a: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下单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3427755" y="5052060"/>
            <a:ext cx="972000" cy="324000"/>
          </a:xfrm>
          <a:prstGeom prst="rect">
            <a:avLst/>
          </a:prstGeom>
          <a:solidFill>
            <a:schemeClr val="accent2"/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业务知识</a:t>
            </a: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咨询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3427755" y="5440680"/>
            <a:ext cx="972000" cy="324000"/>
          </a:xfrm>
          <a:prstGeom prst="rect">
            <a:avLst/>
          </a:prstGeom>
          <a:solidFill>
            <a:schemeClr val="accent2"/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权益领取</a:t>
            </a: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使用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2239670" y="5052060"/>
            <a:ext cx="972000" cy="324000"/>
          </a:xfrm>
          <a:prstGeom prst="rect">
            <a:avLst/>
          </a:prstGeom>
          <a:solidFill>
            <a:schemeClr val="accent2"/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选货</a:t>
            </a: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加购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327660" y="5327650"/>
            <a:ext cx="1375410" cy="395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集团数智化部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327660" y="5803265"/>
            <a:ext cx="137541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在线公司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" name="矩形 135"/>
          <p:cNvSpPr/>
          <p:nvPr/>
        </p:nvSpPr>
        <p:spPr>
          <a:xfrm>
            <a:off x="1998345" y="441325"/>
            <a:ext cx="9756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71755" rIns="0" bIns="71755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APP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灵犀入口</a:t>
            </a:r>
            <a:endParaRPr lang="zh-CN" altLang="en-US" sz="16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（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前端渲染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、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埋点监控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、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页面跳转等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）</a:t>
            </a:r>
            <a:endParaRPr lang="zh-CN" altLang="en-US" sz="16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7660" y="617175"/>
            <a:ext cx="1490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交互层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98345" y="1508035"/>
            <a:ext cx="9756000" cy="719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71755" rIns="0" bIns="71755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7660" y="1545183"/>
            <a:ext cx="14903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调度</a:t>
            </a:r>
            <a:r>
              <a:rPr lang="zh-CN" altLang="en-US">
                <a:latin typeface="微软雅黑" charset="0"/>
                <a:ea typeface="微软雅黑" charset="0"/>
              </a:rPr>
              <a:t>控制层</a:t>
            </a:r>
            <a:endParaRPr lang="zh-CN" altLang="en-US"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（</a:t>
            </a:r>
            <a:r>
              <a:rPr lang="zh-CN" altLang="en-US">
                <a:latin typeface="微软雅黑" charset="0"/>
                <a:ea typeface="微软雅黑" charset="0"/>
              </a:rPr>
              <a:t>主智能体）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9011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流量控制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8269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上下文管理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7527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任务规划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6785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任务调度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56043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内容审核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5301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回复生成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98345" y="2574290"/>
            <a:ext cx="9756000" cy="36360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107950" rIns="0" bIns="107950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业务子智能体</a:t>
            </a:r>
            <a:endParaRPr lang="zh-CN" altLang="en-US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7660" y="4069625"/>
            <a:ext cx="14903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任务</a:t>
            </a:r>
            <a:r>
              <a:rPr lang="zh-CN" altLang="en-US">
                <a:latin typeface="微软雅黑" charset="0"/>
                <a:ea typeface="微软雅黑" charset="0"/>
              </a:rPr>
              <a:t>执行层</a:t>
            </a:r>
            <a:endParaRPr lang="zh-CN" altLang="en-US">
              <a:latin typeface="微软雅黑" charset="0"/>
              <a:ea typeface="微软雅黑" charset="0"/>
            </a:endParaRPr>
          </a:p>
          <a:p>
            <a:pPr algn="ctr"/>
            <a:r>
              <a:rPr lang="en-US" altLang="zh-CN">
                <a:latin typeface="微软雅黑" charset="0"/>
                <a:ea typeface="微软雅黑" charset="0"/>
              </a:rPr>
              <a:t>（</a:t>
            </a:r>
            <a:r>
              <a:rPr lang="zh-CN" altLang="en-US">
                <a:latin typeface="微软雅黑" charset="0"/>
                <a:ea typeface="微软雅黑" charset="0"/>
              </a:rPr>
              <a:t>子智能体</a:t>
            </a:r>
            <a:r>
              <a:rPr lang="en-US" altLang="zh-CN">
                <a:latin typeface="微软雅黑" charset="0"/>
                <a:ea typeface="微软雅黑" charset="0"/>
              </a:rPr>
              <a:t>）</a:t>
            </a:r>
            <a:endParaRPr lang="en-US" altLang="zh-CN">
              <a:latin typeface="微软雅黑" charset="0"/>
              <a:ea typeface="微软雅黑" charset="0"/>
            </a:endParaRPr>
          </a:p>
        </p:txBody>
      </p:sp>
      <p:cxnSp>
        <p:nvCxnSpPr>
          <p:cNvPr id="26" name="Elbow Connector 47"/>
          <p:cNvCxnSpPr>
            <a:stCxn id="7" idx="2"/>
            <a:endCxn id="15" idx="0"/>
          </p:cNvCxnSpPr>
          <p:nvPr>
            <p:custDataLst>
              <p:tags r:id="rId1"/>
            </p:custDataLst>
          </p:nvPr>
        </p:nvCxnSpPr>
        <p:spPr>
          <a:xfrm rot="5400000" flipV="1">
            <a:off x="6703060" y="2400935"/>
            <a:ext cx="346710" cy="3175"/>
          </a:xfrm>
          <a:prstGeom prst="bentConnector2">
            <a:avLst/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47"/>
          <p:cNvCxnSpPr>
            <a:stCxn id="136" idx="2"/>
            <a:endCxn id="7" idx="0"/>
          </p:cNvCxnSpPr>
          <p:nvPr>
            <p:custDataLst>
              <p:tags r:id="rId2"/>
            </p:custDataLst>
          </p:nvPr>
        </p:nvCxnSpPr>
        <p:spPr>
          <a:xfrm rot="5400000" flipV="1">
            <a:off x="6703060" y="1334770"/>
            <a:ext cx="346710" cy="3175"/>
          </a:xfrm>
          <a:prstGeom prst="bentConnector2">
            <a:avLst/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4627880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账单资费场景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753610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余额查询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753610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账单查询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753610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电子发票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753610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话费查询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53610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98185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流量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语音场景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23915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余量查询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23915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流量咨询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23915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家庭共享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23915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5G</a:t>
            </a:r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上网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923915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968490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家宽增值场景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094220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骚扰防护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094220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已订业务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094220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高清电视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94220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宽带业务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7094220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138795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权益活动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264525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福利活动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264525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营销活动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264525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运营活动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264525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三大计划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264525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9309100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爱购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商城场景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9434830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一站购物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9434830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手机终端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9434830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智慧家庭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434830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AI</a:t>
            </a:r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豆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9434830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0479405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外部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垂域场景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605135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咪咕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605135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金科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0605135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终端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10605135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通识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0605135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2099310" y="3136900"/>
            <a:ext cx="2437765" cy="2879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t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资费推荐智能体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2185670" y="3510915"/>
            <a:ext cx="10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“查”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3373755" y="3510915"/>
            <a:ext cx="1080000" cy="10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“推”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2185670" y="4759325"/>
            <a:ext cx="10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“办”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3373755" y="4747260"/>
            <a:ext cx="10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“用”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239670" y="3770630"/>
            <a:ext cx="972000" cy="324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服务接口查询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2239670" y="4159885"/>
            <a:ext cx="972000" cy="324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产品数据查询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3427755" y="3770630"/>
            <a:ext cx="972000" cy="324000"/>
          </a:xfrm>
          <a:prstGeom prst="rect">
            <a:avLst/>
          </a:prstGeom>
          <a:solidFill>
            <a:schemeClr val="accent2"/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业务推荐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3427755" y="4159885"/>
            <a:ext cx="972000" cy="324000"/>
          </a:xfrm>
          <a:prstGeom prst="rect">
            <a:avLst/>
          </a:prstGeom>
          <a:solidFill>
            <a:schemeClr val="accent2"/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可办理校验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2239670" y="5440680"/>
            <a:ext cx="972000" cy="324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办理下单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3427755" y="5052060"/>
            <a:ext cx="972000" cy="324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业务知识咨询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3427755" y="5440680"/>
            <a:ext cx="972000" cy="324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权益领取使用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2239670" y="5052060"/>
            <a:ext cx="972000" cy="324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选货加购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327660" y="5327650"/>
            <a:ext cx="1375410" cy="395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集团数智化部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327660" y="5803265"/>
            <a:ext cx="137541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在线公司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" name="矩形 135"/>
          <p:cNvSpPr/>
          <p:nvPr/>
        </p:nvSpPr>
        <p:spPr>
          <a:xfrm>
            <a:off x="1998345" y="441325"/>
            <a:ext cx="9756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71755" rIns="0" bIns="71755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APP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灵犀入口</a:t>
            </a:r>
            <a:endParaRPr lang="zh-CN" altLang="en-US" sz="16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（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前端渲染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、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埋点监控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、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页面跳转等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）</a:t>
            </a:r>
            <a:endParaRPr lang="zh-CN" altLang="en-US" sz="16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7660" y="617175"/>
            <a:ext cx="1490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交互层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98345" y="1508035"/>
            <a:ext cx="9756000" cy="7194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71755" rIns="0" bIns="71755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7660" y="1545183"/>
            <a:ext cx="14903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调度</a:t>
            </a:r>
            <a:r>
              <a:rPr lang="zh-CN" altLang="en-US">
                <a:latin typeface="微软雅黑" charset="0"/>
                <a:ea typeface="微软雅黑" charset="0"/>
              </a:rPr>
              <a:t>控制层</a:t>
            </a:r>
            <a:endParaRPr lang="zh-CN" altLang="en-US"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（</a:t>
            </a:r>
            <a:r>
              <a:rPr lang="zh-CN" altLang="en-US">
                <a:latin typeface="微软雅黑" charset="0"/>
                <a:ea typeface="微软雅黑" charset="0"/>
              </a:rPr>
              <a:t>主智能体）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9011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流量控制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8269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上下文管理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7527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任务规划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6785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任务调度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56043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内容审核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53015" y="1633765"/>
            <a:ext cx="1374775" cy="4679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回复生成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98345" y="2574290"/>
            <a:ext cx="9756000" cy="36360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107950" rIns="0" bIns="107950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业务子智能体</a:t>
            </a:r>
            <a:endParaRPr lang="zh-CN" altLang="en-US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7660" y="4069625"/>
            <a:ext cx="14903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任务</a:t>
            </a:r>
            <a:r>
              <a:rPr lang="zh-CN" altLang="en-US">
                <a:latin typeface="微软雅黑" charset="0"/>
                <a:ea typeface="微软雅黑" charset="0"/>
              </a:rPr>
              <a:t>执行层</a:t>
            </a:r>
            <a:endParaRPr lang="zh-CN" altLang="en-US">
              <a:latin typeface="微软雅黑" charset="0"/>
              <a:ea typeface="微软雅黑" charset="0"/>
            </a:endParaRPr>
          </a:p>
          <a:p>
            <a:pPr algn="ctr"/>
            <a:r>
              <a:rPr lang="en-US" altLang="zh-CN">
                <a:latin typeface="微软雅黑" charset="0"/>
                <a:ea typeface="微软雅黑" charset="0"/>
              </a:rPr>
              <a:t>（</a:t>
            </a:r>
            <a:r>
              <a:rPr lang="zh-CN" altLang="en-US">
                <a:latin typeface="微软雅黑" charset="0"/>
                <a:ea typeface="微软雅黑" charset="0"/>
              </a:rPr>
              <a:t>子智能体</a:t>
            </a:r>
            <a:r>
              <a:rPr lang="en-US" altLang="zh-CN">
                <a:latin typeface="微软雅黑" charset="0"/>
                <a:ea typeface="微软雅黑" charset="0"/>
              </a:rPr>
              <a:t>）</a:t>
            </a:r>
            <a:endParaRPr lang="en-US" altLang="zh-CN">
              <a:latin typeface="微软雅黑" charset="0"/>
              <a:ea typeface="微软雅黑" charset="0"/>
            </a:endParaRPr>
          </a:p>
        </p:txBody>
      </p:sp>
      <p:cxnSp>
        <p:nvCxnSpPr>
          <p:cNvPr id="26" name="Elbow Connector 47"/>
          <p:cNvCxnSpPr>
            <a:stCxn id="7" idx="2"/>
            <a:endCxn id="15" idx="0"/>
          </p:cNvCxnSpPr>
          <p:nvPr>
            <p:custDataLst>
              <p:tags r:id="rId1"/>
            </p:custDataLst>
          </p:nvPr>
        </p:nvCxnSpPr>
        <p:spPr>
          <a:xfrm rot="5400000" flipV="1">
            <a:off x="6703060" y="2400935"/>
            <a:ext cx="346710" cy="3175"/>
          </a:xfrm>
          <a:prstGeom prst="bentConnector2">
            <a:avLst/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47"/>
          <p:cNvCxnSpPr>
            <a:stCxn id="136" idx="2"/>
            <a:endCxn id="7" idx="0"/>
          </p:cNvCxnSpPr>
          <p:nvPr>
            <p:custDataLst>
              <p:tags r:id="rId2"/>
            </p:custDataLst>
          </p:nvPr>
        </p:nvCxnSpPr>
        <p:spPr>
          <a:xfrm rot="5400000" flipV="1">
            <a:off x="6703060" y="1334770"/>
            <a:ext cx="346710" cy="3175"/>
          </a:xfrm>
          <a:prstGeom prst="bentConnector2">
            <a:avLst/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4627880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账单资费场景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753610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余额查询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753610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账单查询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753610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电子发票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753610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话费查询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53610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98185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流量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语音场景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23915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余量查询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23915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流量咨询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23915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家庭共享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23915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5G</a:t>
            </a:r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上网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923915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968490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家宽增值场景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094220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骚扰防护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094220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已订业务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094220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高清电视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94220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宽带业务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7094220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138795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权益活动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264525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福利活动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264525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营销活动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264525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运营活动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264525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三大计划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264525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9309100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爱购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商城场景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9434830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一站购物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9434830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手机终端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9434830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智慧家庭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434830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AI</a:t>
            </a:r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豆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9434830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0479405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外部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垂域场景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605135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咪咕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605135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金科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0605135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终端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10605135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通识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0605135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2099310" y="3136900"/>
            <a:ext cx="2437765" cy="2879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t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资费推荐智能体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327660" y="5327650"/>
            <a:ext cx="1375410" cy="395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集团数智化部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327660" y="5803265"/>
            <a:ext cx="137541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在线公司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2172970" y="3499485"/>
            <a:ext cx="972185" cy="2303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144145" rIns="0" rtlCol="0" anchor="t" anchorCtr="1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“推”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2244725" y="3915410"/>
            <a:ext cx="828040" cy="323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套餐升档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2244725" y="4294505"/>
            <a:ext cx="828040" cy="323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流量加油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2244725" y="4673600"/>
            <a:ext cx="828040" cy="323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语音扩容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2244725" y="5052695"/>
            <a:ext cx="828040" cy="323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宽带新装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2244725" y="5431790"/>
            <a:ext cx="828040" cy="323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218815" y="3499485"/>
            <a:ext cx="1260000" cy="61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“查”</a:t>
            </a:r>
            <a:endParaRPr lang="en-US" altLang="zh-CN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获取客户信息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218815" y="4346435"/>
            <a:ext cx="1260000" cy="6115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“办”</a:t>
            </a:r>
            <a:endParaRPr lang="en-US" altLang="zh-CN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选货加购</a:t>
            </a:r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下单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218815" y="5192890"/>
            <a:ext cx="1260000" cy="6115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“用”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咨询如何</a:t>
            </a:r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使用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" name="矩形 135"/>
          <p:cNvSpPr/>
          <p:nvPr/>
        </p:nvSpPr>
        <p:spPr>
          <a:xfrm>
            <a:off x="1998345" y="441325"/>
            <a:ext cx="9756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71755" rIns="0" bIns="71755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APP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灵犀入口</a:t>
            </a:r>
            <a:endParaRPr lang="zh-CN" altLang="en-US" sz="16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（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前端渲染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、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埋点监控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、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页面跳转等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）</a:t>
            </a:r>
            <a:endParaRPr lang="zh-CN" altLang="en-US" sz="16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7660" y="617175"/>
            <a:ext cx="1490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交互层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98345" y="1508035"/>
            <a:ext cx="9756000" cy="719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71755" rIns="0" bIns="71755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7660" y="1545183"/>
            <a:ext cx="14903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调度</a:t>
            </a:r>
            <a:r>
              <a:rPr lang="zh-CN" altLang="en-US">
                <a:latin typeface="微软雅黑" charset="0"/>
                <a:ea typeface="微软雅黑" charset="0"/>
              </a:rPr>
              <a:t>控制层</a:t>
            </a:r>
            <a:endParaRPr lang="zh-CN" altLang="en-US"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（</a:t>
            </a:r>
            <a:r>
              <a:rPr lang="zh-CN" altLang="en-US">
                <a:latin typeface="微软雅黑" charset="0"/>
                <a:ea typeface="微软雅黑" charset="0"/>
              </a:rPr>
              <a:t>主智能体）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90115" y="1633765"/>
            <a:ext cx="1374775" cy="4679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流量控制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82695" y="1633765"/>
            <a:ext cx="1374775" cy="4679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上下文管理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75275" y="1633765"/>
            <a:ext cx="1374775" cy="4679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任务规划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67855" y="1633765"/>
            <a:ext cx="1374775" cy="4679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任务调度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560435" y="1633765"/>
            <a:ext cx="1374775" cy="4679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内容审核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53015" y="1633765"/>
            <a:ext cx="1374775" cy="4679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回复生成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98345" y="2574290"/>
            <a:ext cx="9756000" cy="36360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107950" rIns="0" bIns="107950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业务子智能体</a:t>
            </a:r>
            <a:endParaRPr lang="zh-CN" altLang="en-US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7660" y="4069625"/>
            <a:ext cx="14903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任务</a:t>
            </a:r>
            <a:r>
              <a:rPr lang="zh-CN" altLang="en-US">
                <a:latin typeface="微软雅黑" charset="0"/>
                <a:ea typeface="微软雅黑" charset="0"/>
              </a:rPr>
              <a:t>执行层</a:t>
            </a:r>
            <a:endParaRPr lang="zh-CN" altLang="en-US">
              <a:latin typeface="微软雅黑" charset="0"/>
              <a:ea typeface="微软雅黑" charset="0"/>
            </a:endParaRPr>
          </a:p>
          <a:p>
            <a:pPr algn="ctr"/>
            <a:r>
              <a:rPr lang="en-US" altLang="zh-CN">
                <a:latin typeface="微软雅黑" charset="0"/>
                <a:ea typeface="微软雅黑" charset="0"/>
              </a:rPr>
              <a:t>（</a:t>
            </a:r>
            <a:r>
              <a:rPr lang="zh-CN" altLang="en-US">
                <a:latin typeface="微软雅黑" charset="0"/>
                <a:ea typeface="微软雅黑" charset="0"/>
              </a:rPr>
              <a:t>子智能体</a:t>
            </a:r>
            <a:r>
              <a:rPr lang="en-US" altLang="zh-CN">
                <a:latin typeface="微软雅黑" charset="0"/>
                <a:ea typeface="微软雅黑" charset="0"/>
              </a:rPr>
              <a:t>）</a:t>
            </a:r>
            <a:endParaRPr lang="en-US" altLang="zh-CN">
              <a:latin typeface="微软雅黑" charset="0"/>
              <a:ea typeface="微软雅黑" charset="0"/>
            </a:endParaRPr>
          </a:p>
        </p:txBody>
      </p:sp>
      <p:cxnSp>
        <p:nvCxnSpPr>
          <p:cNvPr id="26" name="Elbow Connector 47"/>
          <p:cNvCxnSpPr>
            <a:stCxn id="7" idx="2"/>
            <a:endCxn id="15" idx="0"/>
          </p:cNvCxnSpPr>
          <p:nvPr>
            <p:custDataLst>
              <p:tags r:id="rId1"/>
            </p:custDataLst>
          </p:nvPr>
        </p:nvCxnSpPr>
        <p:spPr>
          <a:xfrm rot="5400000" flipV="1">
            <a:off x="6703060" y="2400935"/>
            <a:ext cx="346710" cy="3175"/>
          </a:xfrm>
          <a:prstGeom prst="bentConnector2">
            <a:avLst/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47"/>
          <p:cNvCxnSpPr>
            <a:stCxn id="136" idx="2"/>
            <a:endCxn id="7" idx="0"/>
          </p:cNvCxnSpPr>
          <p:nvPr>
            <p:custDataLst>
              <p:tags r:id="rId2"/>
            </p:custDataLst>
          </p:nvPr>
        </p:nvCxnSpPr>
        <p:spPr>
          <a:xfrm rot="5400000" flipV="1">
            <a:off x="6703060" y="1334770"/>
            <a:ext cx="346710" cy="3175"/>
          </a:xfrm>
          <a:prstGeom prst="bentConnector2">
            <a:avLst/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4627880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账单资费场景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753610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余额查询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753610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账单查询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753610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电子发票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753610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话费查询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53610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98185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流量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语音场景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23915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余量查询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23915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流量咨询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23915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家庭共享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23915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5G</a:t>
            </a:r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上网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923915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968490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家宽增值场景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094220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骚扰防护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094220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已订业务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094220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高清电视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94220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宽带业务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7094220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138795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权益活动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264525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福利活动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264525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营销活动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264525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运营活动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264525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三大计划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264525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9309100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爱购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商城场景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9434830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一站购物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9434830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手机终端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9434830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智慧家庭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434830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AI</a:t>
            </a:r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豆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9434830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0479405" y="3136900"/>
            <a:ext cx="1080135" cy="2879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b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外部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垂域场景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605135" y="3241040"/>
            <a:ext cx="82804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咪咕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605135" y="374586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金科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0605135" y="425005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终端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10605135" y="475424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通识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0605135" y="5258435"/>
            <a:ext cx="82804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2099310" y="3136900"/>
            <a:ext cx="2437765" cy="2879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t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资费推荐智能体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2185670" y="3510915"/>
            <a:ext cx="10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“查”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3373755" y="3510915"/>
            <a:ext cx="1080000" cy="10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“推”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2185670" y="4759325"/>
            <a:ext cx="10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“办”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3373755" y="4747260"/>
            <a:ext cx="10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“用”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239670" y="3770630"/>
            <a:ext cx="972000" cy="324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服务接口查询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2239670" y="4159885"/>
            <a:ext cx="972000" cy="324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产品数据查询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3427755" y="3770630"/>
            <a:ext cx="972000" cy="324000"/>
          </a:xfrm>
          <a:prstGeom prst="rect">
            <a:avLst/>
          </a:prstGeom>
          <a:solidFill>
            <a:schemeClr val="accent2"/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业务推荐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3427755" y="4159885"/>
            <a:ext cx="972000" cy="324000"/>
          </a:xfrm>
          <a:prstGeom prst="rect">
            <a:avLst/>
          </a:prstGeom>
          <a:solidFill>
            <a:schemeClr val="accent2"/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可办理校验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2239670" y="5440680"/>
            <a:ext cx="972000" cy="324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办理下单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3427755" y="5052060"/>
            <a:ext cx="972000" cy="324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业务知识咨询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3427755" y="5440680"/>
            <a:ext cx="972000" cy="324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权益领取使用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2239670" y="5052060"/>
            <a:ext cx="972000" cy="324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选货加购</a:t>
            </a:r>
            <a:endParaRPr lang="zh-CN" altLang="en-US" sz="10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327660" y="5327650"/>
            <a:ext cx="1375410" cy="395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集团数智化部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327660" y="5803265"/>
            <a:ext cx="1375410" cy="3956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在线公司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" name="矩形 135"/>
          <p:cNvSpPr/>
          <p:nvPr/>
        </p:nvSpPr>
        <p:spPr>
          <a:xfrm>
            <a:off x="1998345" y="441325"/>
            <a:ext cx="9360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1"/>
          <a:lstStyle/>
          <a:p>
            <a:pPr algn="ctr">
              <a:lnSpc>
                <a:spcPct val="100000"/>
              </a:lnSpc>
            </a:pP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APP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灵犀入口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  <a:p>
            <a:pPr algn="ctr">
              <a:lnSpc>
                <a:spcPct val="100000"/>
              </a:lnSpc>
            </a:pP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（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前端渲染</a:t>
            </a: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埋点监控</a:t>
            </a: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页面跳转等</a:t>
            </a: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）</a:t>
            </a:r>
            <a:endParaRPr lang="en-US" altLang="zh-CN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7660" y="560705"/>
            <a:ext cx="1490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charset="0"/>
                <a:ea typeface="微软雅黑" charset="0"/>
              </a:rPr>
              <a:t>灵犀交互层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98345" y="1454785"/>
            <a:ext cx="9360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0" rIns="0" bIns="0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7660" y="1553845"/>
            <a:ext cx="1490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charset="0"/>
                <a:ea typeface="微软雅黑" charset="0"/>
              </a:rPr>
              <a:t>灵犀</a:t>
            </a:r>
            <a:r>
              <a:rPr lang="zh-CN" altLang="en-US">
                <a:latin typeface="微软雅黑" charset="0"/>
                <a:ea typeface="微软雅黑" charset="0"/>
              </a:rPr>
              <a:t>主控层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90115" y="1580787"/>
            <a:ext cx="1374775" cy="467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流量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控制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22370" y="1580787"/>
            <a:ext cx="1374775" cy="467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上下文管理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54625" y="1580787"/>
            <a:ext cx="1374775" cy="467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任务规划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86880" y="1580787"/>
            <a:ext cx="1374775" cy="467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任务管理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319135" y="1580787"/>
            <a:ext cx="1374775" cy="467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内容审核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851390" y="1580787"/>
            <a:ext cx="1374775" cy="467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回复生成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98345" y="2573020"/>
            <a:ext cx="6444000" cy="36360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107950" rIns="0" bIns="107950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灵犀业务子智能体</a:t>
            </a:r>
            <a:endParaRPr lang="zh-CN" altLang="en-US" sz="16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7660" y="3972560"/>
            <a:ext cx="1490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charset="0"/>
                <a:ea typeface="微软雅黑" charset="0"/>
              </a:rPr>
              <a:t>灵犀</a:t>
            </a:r>
            <a:r>
              <a:rPr lang="zh-CN" altLang="en-US">
                <a:latin typeface="微软雅黑" charset="0"/>
                <a:ea typeface="微软雅黑" charset="0"/>
              </a:rPr>
              <a:t>业务层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514345" y="2573020"/>
            <a:ext cx="2844000" cy="36360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71755" rIns="0" bIns="71755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cxnSp>
        <p:nvCxnSpPr>
          <p:cNvPr id="26" name="Elbow Connector 47"/>
          <p:cNvCxnSpPr>
            <a:stCxn id="7" idx="2"/>
            <a:endCxn id="15" idx="0"/>
          </p:cNvCxnSpPr>
          <p:nvPr>
            <p:custDataLst>
              <p:tags r:id="rId1"/>
            </p:custDataLst>
          </p:nvPr>
        </p:nvCxnSpPr>
        <p:spPr>
          <a:xfrm rot="5400000">
            <a:off x="5750243" y="1644968"/>
            <a:ext cx="398145" cy="1457960"/>
          </a:xfrm>
          <a:prstGeom prst="bentConnector3">
            <a:avLst>
              <a:gd name="adj1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47"/>
          <p:cNvCxnSpPr>
            <a:stCxn id="7" idx="2"/>
            <a:endCxn id="19" idx="0"/>
          </p:cNvCxnSpPr>
          <p:nvPr>
            <p:custDataLst>
              <p:tags r:id="rId2"/>
            </p:custDataLst>
          </p:nvPr>
        </p:nvCxnSpPr>
        <p:spPr>
          <a:xfrm rot="5400000" flipV="1">
            <a:off x="8108315" y="744855"/>
            <a:ext cx="398145" cy="3258185"/>
          </a:xfrm>
          <a:prstGeom prst="bentConnector3">
            <a:avLst>
              <a:gd name="adj1" fmla="val 5008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47"/>
          <p:cNvCxnSpPr>
            <a:stCxn id="136" idx="2"/>
            <a:endCxn id="7" idx="0"/>
          </p:cNvCxnSpPr>
          <p:nvPr>
            <p:custDataLst>
              <p:tags r:id="rId3"/>
            </p:custDataLst>
          </p:nvPr>
        </p:nvCxnSpPr>
        <p:spPr>
          <a:xfrm rot="5400000" flipV="1">
            <a:off x="6531610" y="1308100"/>
            <a:ext cx="293370" cy="3175"/>
          </a:xfrm>
          <a:prstGeom prst="bentConnector2">
            <a:avLst/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8628380" y="2609850"/>
            <a:ext cx="2637790" cy="431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ctr" anchorCtr="1"/>
          <a:lstStyle/>
          <a:p>
            <a:pPr algn="ctr"/>
            <a:r>
              <a:rPr lang="zh-CN" altLang="en-US" sz="16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九天主控</a:t>
            </a:r>
            <a:r>
              <a:rPr lang="en-US" altLang="zh-CN" sz="16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MOMA</a:t>
            </a:r>
            <a:endParaRPr lang="en-US" altLang="zh-CN" sz="16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grpSp>
        <p:nvGrpSpPr>
          <p:cNvPr id="144" name="组合 143"/>
          <p:cNvGrpSpPr/>
          <p:nvPr/>
        </p:nvGrpSpPr>
        <p:grpSpPr>
          <a:xfrm>
            <a:off x="2123440" y="3202940"/>
            <a:ext cx="971550" cy="2879090"/>
            <a:chOff x="3449" y="4974"/>
            <a:chExt cx="1530" cy="4534"/>
          </a:xfrm>
        </p:grpSpPr>
        <p:sp>
          <p:nvSpPr>
            <p:cNvPr id="109" name="矩形 108"/>
            <p:cNvSpPr/>
            <p:nvPr/>
          </p:nvSpPr>
          <p:spPr>
            <a:xfrm>
              <a:off x="3449" y="4974"/>
              <a:ext cx="1531" cy="45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账单资费场景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3584" y="5138"/>
              <a:ext cx="1261" cy="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余额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查询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3584" y="5933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账单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查询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3584" y="6727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电子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发票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3584" y="7521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话费查询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3584" y="8315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grpSp>
        <p:nvGrpSpPr>
          <p:cNvPr id="145" name="组合 144"/>
          <p:cNvGrpSpPr/>
          <p:nvPr/>
        </p:nvGrpSpPr>
        <p:grpSpPr>
          <a:xfrm>
            <a:off x="3180080" y="3202940"/>
            <a:ext cx="971550" cy="2879090"/>
            <a:chOff x="5360" y="4974"/>
            <a:chExt cx="1530" cy="4534"/>
          </a:xfrm>
        </p:grpSpPr>
        <p:sp>
          <p:nvSpPr>
            <p:cNvPr id="116" name="矩形 115"/>
            <p:cNvSpPr/>
            <p:nvPr/>
          </p:nvSpPr>
          <p:spPr>
            <a:xfrm>
              <a:off x="5360" y="4974"/>
              <a:ext cx="1531" cy="45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流量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语音场景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5495" y="5138"/>
              <a:ext cx="1261" cy="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余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量查询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5495" y="5933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流量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咨询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5495" y="6727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家庭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共享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5495" y="7521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latin typeface="微软雅黑" charset="-122"/>
                  <a:ea typeface="微软雅黑" charset="-122"/>
                  <a:cs typeface="微软雅黑" charset="-122"/>
                </a:rPr>
                <a:t>5G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上网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>
              <a:off x="5495" y="8315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>
            <a:off x="4236720" y="3202940"/>
            <a:ext cx="971550" cy="2879090"/>
            <a:chOff x="7271" y="4974"/>
            <a:chExt cx="1530" cy="4534"/>
          </a:xfrm>
        </p:grpSpPr>
        <p:sp>
          <p:nvSpPr>
            <p:cNvPr id="123" name="矩形 122"/>
            <p:cNvSpPr/>
            <p:nvPr/>
          </p:nvSpPr>
          <p:spPr>
            <a:xfrm>
              <a:off x="7271" y="4974"/>
              <a:ext cx="1531" cy="45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家宽增值场景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24" name="矩形 123"/>
            <p:cNvSpPr/>
            <p:nvPr/>
          </p:nvSpPr>
          <p:spPr>
            <a:xfrm>
              <a:off x="7406" y="5138"/>
              <a:ext cx="1261" cy="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骚扰防护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7406" y="5933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已订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业务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7406" y="6727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高清电视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7406" y="7521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宽带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业务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7406" y="8315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5293360" y="3202940"/>
            <a:ext cx="971550" cy="2879090"/>
            <a:chOff x="9182" y="4974"/>
            <a:chExt cx="1530" cy="4534"/>
          </a:xfrm>
        </p:grpSpPr>
        <p:sp>
          <p:nvSpPr>
            <p:cNvPr id="130" name="矩形 129"/>
            <p:cNvSpPr/>
            <p:nvPr/>
          </p:nvSpPr>
          <p:spPr>
            <a:xfrm>
              <a:off x="9182" y="4974"/>
              <a:ext cx="1531" cy="45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权益活动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场景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9317" y="5138"/>
              <a:ext cx="1261" cy="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福利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活动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32" name="矩形 131"/>
            <p:cNvSpPr/>
            <p:nvPr/>
          </p:nvSpPr>
          <p:spPr>
            <a:xfrm>
              <a:off x="9317" y="5933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营销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活动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33" name="矩形 132"/>
            <p:cNvSpPr/>
            <p:nvPr/>
          </p:nvSpPr>
          <p:spPr>
            <a:xfrm>
              <a:off x="9317" y="6727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运营活动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34" name="矩形 133"/>
            <p:cNvSpPr/>
            <p:nvPr/>
          </p:nvSpPr>
          <p:spPr>
            <a:xfrm>
              <a:off x="9317" y="7521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三大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计划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35" name="矩形 134"/>
            <p:cNvSpPr/>
            <p:nvPr/>
          </p:nvSpPr>
          <p:spPr>
            <a:xfrm>
              <a:off x="9317" y="8315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grpSp>
        <p:nvGrpSpPr>
          <p:cNvPr id="148" name="组合 147"/>
          <p:cNvGrpSpPr/>
          <p:nvPr/>
        </p:nvGrpSpPr>
        <p:grpSpPr>
          <a:xfrm>
            <a:off x="6350000" y="3202940"/>
            <a:ext cx="971550" cy="2879090"/>
            <a:chOff x="11093" y="4974"/>
            <a:chExt cx="1530" cy="4534"/>
          </a:xfrm>
        </p:grpSpPr>
        <p:sp>
          <p:nvSpPr>
            <p:cNvPr id="138" name="矩形 137"/>
            <p:cNvSpPr/>
            <p:nvPr/>
          </p:nvSpPr>
          <p:spPr>
            <a:xfrm>
              <a:off x="11093" y="4974"/>
              <a:ext cx="1531" cy="45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爱购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商城场景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>
              <a:off x="11228" y="5138"/>
              <a:ext cx="1261" cy="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一站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购物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40" name="矩形 139"/>
            <p:cNvSpPr/>
            <p:nvPr/>
          </p:nvSpPr>
          <p:spPr>
            <a:xfrm>
              <a:off x="11228" y="5933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手机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终端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41" name="矩形 140"/>
            <p:cNvSpPr/>
            <p:nvPr/>
          </p:nvSpPr>
          <p:spPr>
            <a:xfrm>
              <a:off x="11228" y="6727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智慧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家庭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42" name="矩形 141"/>
            <p:cNvSpPr/>
            <p:nvPr/>
          </p:nvSpPr>
          <p:spPr>
            <a:xfrm>
              <a:off x="11228" y="7521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latin typeface="微软雅黑" charset="-122"/>
                  <a:ea typeface="微软雅黑" charset="-122"/>
                  <a:cs typeface="微软雅黑" charset="-122"/>
                </a:rPr>
                <a:t>AI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豆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>
              <a:off x="11228" y="8315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cxnSp>
        <p:nvCxnSpPr>
          <p:cNvPr id="150" name="Elbow Connector 47"/>
          <p:cNvCxnSpPr>
            <a:stCxn id="30" idx="2"/>
            <a:endCxn id="151" idx="0"/>
          </p:cNvCxnSpPr>
          <p:nvPr>
            <p:custDataLst>
              <p:tags r:id="rId4"/>
            </p:custDataLst>
          </p:nvPr>
        </p:nvCxnSpPr>
        <p:spPr>
          <a:xfrm rot="5400000">
            <a:off x="9425305" y="2820035"/>
            <a:ext cx="300355" cy="743585"/>
          </a:xfrm>
          <a:prstGeom prst="bentConnector3">
            <a:avLst>
              <a:gd name="adj1" fmla="val 50106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矩形 150"/>
          <p:cNvSpPr/>
          <p:nvPr/>
        </p:nvSpPr>
        <p:spPr>
          <a:xfrm>
            <a:off x="8627745" y="3342005"/>
            <a:ext cx="1151890" cy="2736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t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资费智能体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8717915" y="3693795"/>
            <a:ext cx="972185" cy="2303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144145" rIns="0" rtlCol="0" anchor="t" anchorCtr="1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仅“推荐”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8789670" y="4109720"/>
            <a:ext cx="828040" cy="323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套餐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升档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8789670" y="4488815"/>
            <a:ext cx="828040" cy="323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流量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加油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8789670" y="4867910"/>
            <a:ext cx="828040" cy="323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语音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扩容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8789670" y="5247005"/>
            <a:ext cx="828040" cy="323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宽带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新装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8789670" y="5626100"/>
            <a:ext cx="828040" cy="323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……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grpSp>
        <p:nvGrpSpPr>
          <p:cNvPr id="166" name="组合 165"/>
          <p:cNvGrpSpPr/>
          <p:nvPr/>
        </p:nvGrpSpPr>
        <p:grpSpPr>
          <a:xfrm>
            <a:off x="9862185" y="3342005"/>
            <a:ext cx="1403350" cy="2735580"/>
            <a:chOff x="15361" y="5263"/>
            <a:chExt cx="2210" cy="4308"/>
          </a:xfrm>
        </p:grpSpPr>
        <p:sp>
          <p:nvSpPr>
            <p:cNvPr id="159" name="矩形 158"/>
            <p:cNvSpPr/>
            <p:nvPr/>
          </p:nvSpPr>
          <p:spPr>
            <a:xfrm>
              <a:off x="15361" y="5263"/>
              <a:ext cx="2211" cy="4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lIns="0" tIns="71755" rIns="0" bIns="71755" numCol="1" spcCol="0" rtlCol="0" fromWordArt="0" anchor="t" anchorCtr="1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400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垂域</a:t>
              </a:r>
              <a:r>
                <a:rPr lang="zh-CN" altLang="en-US" sz="1400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智能体</a:t>
              </a:r>
              <a:endPara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endParaRPr>
            </a:p>
          </p:txBody>
        </p:sp>
        <p:sp>
          <p:nvSpPr>
            <p:cNvPr id="160" name="矩形 159"/>
            <p:cNvSpPr/>
            <p:nvPr/>
          </p:nvSpPr>
          <p:spPr>
            <a:xfrm>
              <a:off x="15474" y="5867"/>
              <a:ext cx="1984" cy="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咪咕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音乐智能体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61" name="矩形 160"/>
            <p:cNvSpPr/>
            <p:nvPr/>
          </p:nvSpPr>
          <p:spPr>
            <a:xfrm>
              <a:off x="15474" y="6594"/>
              <a:ext cx="1984" cy="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金融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服务智能体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62" name="矩形 161"/>
            <p:cNvSpPr/>
            <p:nvPr/>
          </p:nvSpPr>
          <p:spPr>
            <a:xfrm>
              <a:off x="15474" y="7320"/>
              <a:ext cx="1984" cy="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智家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健康智能体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63" name="矩形 162"/>
            <p:cNvSpPr/>
            <p:nvPr/>
          </p:nvSpPr>
          <p:spPr>
            <a:xfrm>
              <a:off x="15474" y="8047"/>
              <a:ext cx="1984" cy="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通识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智能体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64" name="矩形 163"/>
            <p:cNvSpPr/>
            <p:nvPr/>
          </p:nvSpPr>
          <p:spPr>
            <a:xfrm>
              <a:off x="15474" y="8773"/>
              <a:ext cx="1984" cy="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cxnSp>
        <p:nvCxnSpPr>
          <p:cNvPr id="165" name="Elbow Connector 47"/>
          <p:cNvCxnSpPr>
            <a:stCxn id="30" idx="2"/>
            <a:endCxn id="159" idx="0"/>
          </p:cNvCxnSpPr>
          <p:nvPr>
            <p:custDataLst>
              <p:tags r:id="rId5"/>
            </p:custDataLst>
          </p:nvPr>
        </p:nvCxnSpPr>
        <p:spPr>
          <a:xfrm rot="5400000" flipV="1">
            <a:off x="10105708" y="2883218"/>
            <a:ext cx="300355" cy="617220"/>
          </a:xfrm>
          <a:prstGeom prst="bentConnector3">
            <a:avLst>
              <a:gd name="adj1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8" name="组合 167"/>
          <p:cNvGrpSpPr/>
          <p:nvPr/>
        </p:nvGrpSpPr>
        <p:grpSpPr>
          <a:xfrm>
            <a:off x="7406640" y="3202940"/>
            <a:ext cx="971550" cy="2879090"/>
            <a:chOff x="11093" y="4974"/>
            <a:chExt cx="1530" cy="4534"/>
          </a:xfrm>
        </p:grpSpPr>
        <p:sp>
          <p:nvSpPr>
            <p:cNvPr id="169" name="矩形 168"/>
            <p:cNvSpPr/>
            <p:nvPr/>
          </p:nvSpPr>
          <p:spPr>
            <a:xfrm>
              <a:off x="11093" y="4974"/>
              <a:ext cx="1531" cy="453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售前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售后场景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70" name="矩形 169"/>
            <p:cNvSpPr/>
            <p:nvPr/>
          </p:nvSpPr>
          <p:spPr>
            <a:xfrm>
              <a:off x="11228" y="5138"/>
              <a:ext cx="1261" cy="6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咨询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产品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71" name="矩形 170"/>
            <p:cNvSpPr/>
            <p:nvPr/>
          </p:nvSpPr>
          <p:spPr>
            <a:xfrm>
              <a:off x="11228" y="5933"/>
              <a:ext cx="1261" cy="6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加购办理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72" name="矩形 171"/>
            <p:cNvSpPr/>
            <p:nvPr/>
          </p:nvSpPr>
          <p:spPr>
            <a:xfrm>
              <a:off x="11228" y="6727"/>
              <a:ext cx="1261" cy="6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业务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问答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73" name="矩形 172"/>
            <p:cNvSpPr/>
            <p:nvPr/>
          </p:nvSpPr>
          <p:spPr>
            <a:xfrm>
              <a:off x="11228" y="7521"/>
              <a:ext cx="1261" cy="6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权益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领取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74" name="矩形 173"/>
            <p:cNvSpPr/>
            <p:nvPr/>
          </p:nvSpPr>
          <p:spPr>
            <a:xfrm>
              <a:off x="11228" y="8315"/>
              <a:ext cx="1261" cy="6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" name="矩形 135"/>
          <p:cNvSpPr/>
          <p:nvPr/>
        </p:nvSpPr>
        <p:spPr>
          <a:xfrm>
            <a:off x="1998345" y="441325"/>
            <a:ext cx="9360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1"/>
          <a:lstStyle/>
          <a:p>
            <a:pPr algn="ctr">
              <a:lnSpc>
                <a:spcPct val="100000"/>
              </a:lnSpc>
            </a:pP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APP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灵犀入口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  <a:p>
            <a:pPr algn="ctr">
              <a:lnSpc>
                <a:spcPct val="100000"/>
              </a:lnSpc>
            </a:pP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（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前端渲染</a:t>
            </a: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埋点监控</a:t>
            </a: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页面跳转等</a:t>
            </a: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）</a:t>
            </a:r>
            <a:endParaRPr lang="en-US" altLang="zh-CN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0978" y="560705"/>
            <a:ext cx="1490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灵犀交互层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98345" y="1454785"/>
            <a:ext cx="9360000" cy="72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0" rIns="0" bIns="0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2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00978" y="1553845"/>
            <a:ext cx="14903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控制层</a:t>
            </a:r>
            <a:endParaRPr lang="zh-CN" altLang="en-US">
              <a:latin typeface="微软雅黑" charset="0"/>
              <a:ea typeface="微软雅黑" charset="0"/>
            </a:endParaRPr>
          </a:p>
          <a:p>
            <a:pPr algn="ctr"/>
            <a:r>
              <a:rPr lang="en-US" altLang="zh-CN">
                <a:latin typeface="微软雅黑" charset="0"/>
                <a:ea typeface="微软雅黑" charset="0"/>
              </a:rPr>
              <a:t>（</a:t>
            </a:r>
            <a:r>
              <a:rPr lang="zh-CN" altLang="en-US">
                <a:latin typeface="微软雅黑" charset="0"/>
                <a:ea typeface="微软雅黑" charset="0"/>
              </a:rPr>
              <a:t>九天主控</a:t>
            </a:r>
            <a:r>
              <a:rPr lang="en-US" altLang="zh-CN">
                <a:latin typeface="微软雅黑" charset="0"/>
                <a:ea typeface="微软雅黑" charset="0"/>
              </a:rPr>
              <a:t>）</a:t>
            </a:r>
            <a:endParaRPr lang="en-US" altLang="zh-CN">
              <a:latin typeface="微软雅黑" charset="0"/>
              <a:ea typeface="微软雅黑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90115" y="1580787"/>
            <a:ext cx="1374775" cy="467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流量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控制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22370" y="1580787"/>
            <a:ext cx="1374775" cy="467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上下文管理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54625" y="1580787"/>
            <a:ext cx="1374775" cy="467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任务规划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86880" y="1580787"/>
            <a:ext cx="1374775" cy="467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任务管理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319135" y="1580787"/>
            <a:ext cx="1374775" cy="467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内容审核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851390" y="1580787"/>
            <a:ext cx="1374775" cy="467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回复生成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98345" y="2573020"/>
            <a:ext cx="6444000" cy="36360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107950" rIns="0" bIns="107950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-635" y="3972560"/>
            <a:ext cx="189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charset="0"/>
                <a:ea typeface="微软雅黑" charset="0"/>
              </a:rPr>
              <a:t>执行层</a:t>
            </a:r>
            <a:endParaRPr lang="en-US" altLang="zh-CN" sz="1600">
              <a:latin typeface="微软雅黑" charset="0"/>
              <a:ea typeface="微软雅黑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514345" y="2573020"/>
            <a:ext cx="2844000" cy="36360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71755" rIns="0" bIns="71755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cxnSp>
        <p:nvCxnSpPr>
          <p:cNvPr id="26" name="Elbow Connector 47"/>
          <p:cNvCxnSpPr>
            <a:stCxn id="7" idx="2"/>
            <a:endCxn id="15" idx="0"/>
          </p:cNvCxnSpPr>
          <p:nvPr>
            <p:custDataLst>
              <p:tags r:id="rId1"/>
            </p:custDataLst>
          </p:nvPr>
        </p:nvCxnSpPr>
        <p:spPr>
          <a:xfrm rot="5400000">
            <a:off x="5750243" y="1644968"/>
            <a:ext cx="398145" cy="1457960"/>
          </a:xfrm>
          <a:prstGeom prst="bentConnector3">
            <a:avLst>
              <a:gd name="adj1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47"/>
          <p:cNvCxnSpPr>
            <a:stCxn id="7" idx="2"/>
            <a:endCxn id="19" idx="0"/>
          </p:cNvCxnSpPr>
          <p:nvPr>
            <p:custDataLst>
              <p:tags r:id="rId2"/>
            </p:custDataLst>
          </p:nvPr>
        </p:nvCxnSpPr>
        <p:spPr>
          <a:xfrm rot="5400000" flipV="1">
            <a:off x="8108315" y="744855"/>
            <a:ext cx="398145" cy="3258185"/>
          </a:xfrm>
          <a:prstGeom prst="bentConnector3">
            <a:avLst>
              <a:gd name="adj1" fmla="val 5008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47"/>
          <p:cNvCxnSpPr>
            <a:stCxn id="136" idx="2"/>
            <a:endCxn id="7" idx="0"/>
          </p:cNvCxnSpPr>
          <p:nvPr>
            <p:custDataLst>
              <p:tags r:id="rId3"/>
            </p:custDataLst>
          </p:nvPr>
        </p:nvCxnSpPr>
        <p:spPr>
          <a:xfrm rot="5400000" flipV="1">
            <a:off x="6531610" y="1308100"/>
            <a:ext cx="293370" cy="3175"/>
          </a:xfrm>
          <a:prstGeom prst="bentConnector2">
            <a:avLst/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4" name="组合 143"/>
          <p:cNvGrpSpPr/>
          <p:nvPr/>
        </p:nvGrpSpPr>
        <p:grpSpPr>
          <a:xfrm>
            <a:off x="2123440" y="3371850"/>
            <a:ext cx="971550" cy="2736000"/>
            <a:chOff x="3449" y="4974"/>
            <a:chExt cx="1530" cy="4534"/>
          </a:xfrm>
        </p:grpSpPr>
        <p:sp>
          <p:nvSpPr>
            <p:cNvPr id="109" name="矩形 108"/>
            <p:cNvSpPr/>
            <p:nvPr/>
          </p:nvSpPr>
          <p:spPr>
            <a:xfrm>
              <a:off x="3449" y="4974"/>
              <a:ext cx="1531" cy="45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账单资费场景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3584" y="5138"/>
              <a:ext cx="1261" cy="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余额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查询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3584" y="5933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账单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查询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3584" y="6727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电子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发票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3584" y="7521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话费查询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3584" y="8315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grpSp>
        <p:nvGrpSpPr>
          <p:cNvPr id="145" name="组合 144"/>
          <p:cNvGrpSpPr/>
          <p:nvPr/>
        </p:nvGrpSpPr>
        <p:grpSpPr>
          <a:xfrm>
            <a:off x="3180080" y="3371850"/>
            <a:ext cx="971550" cy="2736000"/>
            <a:chOff x="5360" y="4974"/>
            <a:chExt cx="1530" cy="4534"/>
          </a:xfrm>
        </p:grpSpPr>
        <p:sp>
          <p:nvSpPr>
            <p:cNvPr id="116" name="矩形 115"/>
            <p:cNvSpPr/>
            <p:nvPr/>
          </p:nvSpPr>
          <p:spPr>
            <a:xfrm>
              <a:off x="5360" y="4974"/>
              <a:ext cx="1531" cy="45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流量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语音场景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5495" y="5138"/>
              <a:ext cx="1261" cy="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余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量查询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5495" y="5933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流量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咨询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5495" y="6727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家庭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共享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5495" y="7521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latin typeface="微软雅黑" charset="-122"/>
                  <a:ea typeface="微软雅黑" charset="-122"/>
                  <a:cs typeface="微软雅黑" charset="-122"/>
                </a:rPr>
                <a:t>5G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上网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>
              <a:off x="5495" y="8315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>
            <a:off x="4236720" y="3371850"/>
            <a:ext cx="971550" cy="2736000"/>
            <a:chOff x="7271" y="4974"/>
            <a:chExt cx="1530" cy="4534"/>
          </a:xfrm>
        </p:grpSpPr>
        <p:sp>
          <p:nvSpPr>
            <p:cNvPr id="123" name="矩形 122"/>
            <p:cNvSpPr/>
            <p:nvPr/>
          </p:nvSpPr>
          <p:spPr>
            <a:xfrm>
              <a:off x="7271" y="4974"/>
              <a:ext cx="1531" cy="45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家宽增值场景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24" name="矩形 123"/>
            <p:cNvSpPr/>
            <p:nvPr/>
          </p:nvSpPr>
          <p:spPr>
            <a:xfrm>
              <a:off x="7406" y="5138"/>
              <a:ext cx="1261" cy="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骚扰防护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7406" y="5933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已订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业务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7406" y="6727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高清电视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7406" y="7521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宽带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业务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7406" y="8315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5293360" y="3371850"/>
            <a:ext cx="971550" cy="2736000"/>
            <a:chOff x="9182" y="4974"/>
            <a:chExt cx="1530" cy="4534"/>
          </a:xfrm>
        </p:grpSpPr>
        <p:sp>
          <p:nvSpPr>
            <p:cNvPr id="130" name="矩形 129"/>
            <p:cNvSpPr/>
            <p:nvPr/>
          </p:nvSpPr>
          <p:spPr>
            <a:xfrm>
              <a:off x="9182" y="4974"/>
              <a:ext cx="1531" cy="45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权益活动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场景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9317" y="5138"/>
              <a:ext cx="1261" cy="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福利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活动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32" name="矩形 131"/>
            <p:cNvSpPr/>
            <p:nvPr/>
          </p:nvSpPr>
          <p:spPr>
            <a:xfrm>
              <a:off x="9317" y="5933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营销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活动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33" name="矩形 132"/>
            <p:cNvSpPr/>
            <p:nvPr/>
          </p:nvSpPr>
          <p:spPr>
            <a:xfrm>
              <a:off x="9317" y="6727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运营活动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34" name="矩形 133"/>
            <p:cNvSpPr/>
            <p:nvPr/>
          </p:nvSpPr>
          <p:spPr>
            <a:xfrm>
              <a:off x="9317" y="7521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三大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计划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35" name="矩形 134"/>
            <p:cNvSpPr/>
            <p:nvPr/>
          </p:nvSpPr>
          <p:spPr>
            <a:xfrm>
              <a:off x="9317" y="8315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grpSp>
        <p:nvGrpSpPr>
          <p:cNvPr id="148" name="组合 147"/>
          <p:cNvGrpSpPr/>
          <p:nvPr/>
        </p:nvGrpSpPr>
        <p:grpSpPr>
          <a:xfrm>
            <a:off x="6350000" y="3371850"/>
            <a:ext cx="971550" cy="2736000"/>
            <a:chOff x="11093" y="4974"/>
            <a:chExt cx="1530" cy="4534"/>
          </a:xfrm>
        </p:grpSpPr>
        <p:sp>
          <p:nvSpPr>
            <p:cNvPr id="138" name="矩形 137"/>
            <p:cNvSpPr/>
            <p:nvPr/>
          </p:nvSpPr>
          <p:spPr>
            <a:xfrm>
              <a:off x="11093" y="4974"/>
              <a:ext cx="1531" cy="45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爱购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商城场景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>
              <a:off x="11228" y="5138"/>
              <a:ext cx="1261" cy="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一站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购物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40" name="矩形 139"/>
            <p:cNvSpPr/>
            <p:nvPr/>
          </p:nvSpPr>
          <p:spPr>
            <a:xfrm>
              <a:off x="11228" y="5933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手机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终端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41" name="矩形 140"/>
            <p:cNvSpPr/>
            <p:nvPr/>
          </p:nvSpPr>
          <p:spPr>
            <a:xfrm>
              <a:off x="11228" y="6727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智慧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家庭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42" name="矩形 141"/>
            <p:cNvSpPr/>
            <p:nvPr/>
          </p:nvSpPr>
          <p:spPr>
            <a:xfrm>
              <a:off x="11228" y="7521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latin typeface="微软雅黑" charset="-122"/>
                  <a:ea typeface="微软雅黑" charset="-122"/>
                  <a:cs typeface="微软雅黑" charset="-122"/>
                </a:rPr>
                <a:t>AI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豆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>
              <a:off x="11228" y="8315"/>
              <a:ext cx="1261" cy="6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grpSp>
        <p:nvGrpSpPr>
          <p:cNvPr id="167" name="组合 166"/>
          <p:cNvGrpSpPr/>
          <p:nvPr/>
        </p:nvGrpSpPr>
        <p:grpSpPr>
          <a:xfrm>
            <a:off x="8627745" y="3342005"/>
            <a:ext cx="1151890" cy="2735580"/>
            <a:chOff x="12561" y="5263"/>
            <a:chExt cx="1814" cy="4308"/>
          </a:xfrm>
        </p:grpSpPr>
        <p:sp>
          <p:nvSpPr>
            <p:cNvPr id="151" name="矩形 150"/>
            <p:cNvSpPr/>
            <p:nvPr/>
          </p:nvSpPr>
          <p:spPr>
            <a:xfrm>
              <a:off x="12561" y="5263"/>
              <a:ext cx="1814" cy="4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lIns="0" tIns="71755" rIns="0" bIns="71755" rtlCol="0" anchor="t" anchorCtr="1"/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微软雅黑" charset="-122"/>
                </a:rPr>
                <a:t>资费智能体</a:t>
              </a:r>
              <a:endPara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52" name="矩形 151"/>
            <p:cNvSpPr/>
            <p:nvPr/>
          </p:nvSpPr>
          <p:spPr>
            <a:xfrm>
              <a:off x="12703" y="5817"/>
              <a:ext cx="1531" cy="362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144145" rIns="0" rtlCol="0" anchor="t" anchorCtr="1"/>
            <a:lstStyle/>
            <a:p>
              <a:pPr algn="ctr"/>
              <a:r>
                <a:rPr lang="zh-CN" altLang="en-US" sz="1400">
                  <a:latin typeface="微软雅黑" charset="-122"/>
                  <a:ea typeface="微软雅黑" charset="-122"/>
                  <a:cs typeface="微软雅黑" charset="-122"/>
                </a:rPr>
                <a:t>仅“推荐”</a:t>
              </a:r>
              <a:endParaRPr lang="zh-CN" altLang="en-US" sz="14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53" name="矩形 152"/>
            <p:cNvSpPr/>
            <p:nvPr/>
          </p:nvSpPr>
          <p:spPr>
            <a:xfrm>
              <a:off x="12816" y="6472"/>
              <a:ext cx="1304" cy="5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套餐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升档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54" name="矩形 153"/>
            <p:cNvSpPr/>
            <p:nvPr/>
          </p:nvSpPr>
          <p:spPr>
            <a:xfrm>
              <a:off x="12816" y="7069"/>
              <a:ext cx="1304" cy="5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流量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加油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55" name="矩形 154"/>
            <p:cNvSpPr/>
            <p:nvPr/>
          </p:nvSpPr>
          <p:spPr>
            <a:xfrm>
              <a:off x="12816" y="7666"/>
              <a:ext cx="1304" cy="5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语音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扩容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56" name="矩形 155"/>
            <p:cNvSpPr/>
            <p:nvPr/>
          </p:nvSpPr>
          <p:spPr>
            <a:xfrm>
              <a:off x="12816" y="8263"/>
              <a:ext cx="1304" cy="5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宽带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新装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57" name="矩形 156"/>
            <p:cNvSpPr/>
            <p:nvPr/>
          </p:nvSpPr>
          <p:spPr>
            <a:xfrm>
              <a:off x="12816" y="8860"/>
              <a:ext cx="1304" cy="5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9862185" y="3342005"/>
            <a:ext cx="1403350" cy="2735580"/>
            <a:chOff x="15361" y="5263"/>
            <a:chExt cx="2210" cy="4308"/>
          </a:xfrm>
        </p:grpSpPr>
        <p:sp>
          <p:nvSpPr>
            <p:cNvPr id="159" name="矩形 158"/>
            <p:cNvSpPr/>
            <p:nvPr/>
          </p:nvSpPr>
          <p:spPr>
            <a:xfrm>
              <a:off x="15361" y="5263"/>
              <a:ext cx="2211" cy="43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lIns="0" tIns="71755" rIns="0" bIns="71755" numCol="1" spcCol="0" rtlCol="0" fromWordArt="0" anchor="t" anchorCtr="1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400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垂域</a:t>
              </a:r>
              <a:r>
                <a:rPr lang="zh-CN" altLang="en-US" sz="1400">
                  <a:solidFill>
                    <a:schemeClr val="bg1"/>
                  </a:solidFill>
                  <a:latin typeface="微软雅黑" charset="-122"/>
                  <a:ea typeface="微软雅黑" charset="-122"/>
                  <a:cs typeface="微软雅黑" charset="-122"/>
                  <a:sym typeface="+mn-ea"/>
                </a:rPr>
                <a:t>智能体</a:t>
              </a:r>
              <a:endPara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endParaRPr>
            </a:p>
          </p:txBody>
        </p:sp>
        <p:sp>
          <p:nvSpPr>
            <p:cNvPr id="160" name="矩形 159"/>
            <p:cNvSpPr/>
            <p:nvPr/>
          </p:nvSpPr>
          <p:spPr>
            <a:xfrm>
              <a:off x="15474" y="5867"/>
              <a:ext cx="1984" cy="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咪咕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音乐智能体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61" name="矩形 160"/>
            <p:cNvSpPr/>
            <p:nvPr/>
          </p:nvSpPr>
          <p:spPr>
            <a:xfrm>
              <a:off x="15474" y="6594"/>
              <a:ext cx="1984" cy="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金融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服务智能体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62" name="矩形 161"/>
            <p:cNvSpPr/>
            <p:nvPr/>
          </p:nvSpPr>
          <p:spPr>
            <a:xfrm>
              <a:off x="15474" y="7320"/>
              <a:ext cx="1984" cy="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智家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健康智能体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63" name="矩形 162"/>
            <p:cNvSpPr/>
            <p:nvPr/>
          </p:nvSpPr>
          <p:spPr>
            <a:xfrm>
              <a:off x="15474" y="8047"/>
              <a:ext cx="1984" cy="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通识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智能体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64" name="矩形 163"/>
            <p:cNvSpPr/>
            <p:nvPr/>
          </p:nvSpPr>
          <p:spPr>
            <a:xfrm>
              <a:off x="15474" y="8773"/>
              <a:ext cx="1984" cy="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grpSp>
        <p:nvGrpSpPr>
          <p:cNvPr id="168" name="组合 167"/>
          <p:cNvGrpSpPr/>
          <p:nvPr/>
        </p:nvGrpSpPr>
        <p:grpSpPr>
          <a:xfrm>
            <a:off x="7406640" y="3371850"/>
            <a:ext cx="971550" cy="2736000"/>
            <a:chOff x="11093" y="4974"/>
            <a:chExt cx="1530" cy="4534"/>
          </a:xfrm>
        </p:grpSpPr>
        <p:sp>
          <p:nvSpPr>
            <p:cNvPr id="169" name="矩形 168"/>
            <p:cNvSpPr/>
            <p:nvPr/>
          </p:nvSpPr>
          <p:spPr>
            <a:xfrm>
              <a:off x="11093" y="4974"/>
              <a:ext cx="1531" cy="453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售前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售后场景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70" name="矩形 169"/>
            <p:cNvSpPr/>
            <p:nvPr/>
          </p:nvSpPr>
          <p:spPr>
            <a:xfrm>
              <a:off x="11228" y="5138"/>
              <a:ext cx="1261" cy="6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咨询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产品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71" name="矩形 170"/>
            <p:cNvSpPr/>
            <p:nvPr/>
          </p:nvSpPr>
          <p:spPr>
            <a:xfrm>
              <a:off x="11228" y="5933"/>
              <a:ext cx="1261" cy="6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加购办理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72" name="矩形 171"/>
            <p:cNvSpPr/>
            <p:nvPr/>
          </p:nvSpPr>
          <p:spPr>
            <a:xfrm>
              <a:off x="11228" y="6727"/>
              <a:ext cx="1261" cy="6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业务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问答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73" name="矩形 172"/>
            <p:cNvSpPr/>
            <p:nvPr/>
          </p:nvSpPr>
          <p:spPr>
            <a:xfrm>
              <a:off x="11228" y="7521"/>
              <a:ext cx="1261" cy="6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权益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领取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174" name="矩形 173"/>
            <p:cNvSpPr/>
            <p:nvPr/>
          </p:nvSpPr>
          <p:spPr>
            <a:xfrm>
              <a:off x="11228" y="8315"/>
              <a:ext cx="1261" cy="6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……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2123440" y="2694940"/>
            <a:ext cx="6195695" cy="3600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ctr" anchorCtr="1"/>
          <a:lstStyle/>
          <a:p>
            <a:pPr algn="ctr"/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APP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灵犀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主控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cxnSp>
        <p:nvCxnSpPr>
          <p:cNvPr id="3" name="Elbow Connector 47"/>
          <p:cNvCxnSpPr>
            <a:stCxn id="19" idx="0"/>
            <a:endCxn id="151" idx="0"/>
          </p:cNvCxnSpPr>
          <p:nvPr>
            <p:custDataLst>
              <p:tags r:id="rId4"/>
            </p:custDataLst>
          </p:nvPr>
        </p:nvCxnSpPr>
        <p:spPr>
          <a:xfrm rot="16200000" flipH="1" flipV="1">
            <a:off x="9185275" y="2590800"/>
            <a:ext cx="768985" cy="732790"/>
          </a:xfrm>
          <a:prstGeom prst="bentConnector3">
            <a:avLst>
              <a:gd name="adj1" fmla="val 70231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Elbow Connector 47"/>
          <p:cNvCxnSpPr>
            <a:stCxn id="19" idx="0"/>
            <a:endCxn id="159" idx="0"/>
          </p:cNvCxnSpPr>
          <p:nvPr>
            <p:custDataLst>
              <p:tags r:id="rId5"/>
            </p:custDataLst>
          </p:nvPr>
        </p:nvCxnSpPr>
        <p:spPr>
          <a:xfrm rot="16200000" flipH="1">
            <a:off x="9865360" y="2643505"/>
            <a:ext cx="768985" cy="628015"/>
          </a:xfrm>
          <a:prstGeom prst="bentConnector3">
            <a:avLst>
              <a:gd name="adj1" fmla="val 6862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47"/>
          <p:cNvCxnSpPr>
            <a:stCxn id="2" idx="2"/>
            <a:endCxn id="109" idx="0"/>
          </p:cNvCxnSpPr>
          <p:nvPr>
            <p:custDataLst>
              <p:tags r:id="rId6"/>
            </p:custDataLst>
          </p:nvPr>
        </p:nvCxnSpPr>
        <p:spPr>
          <a:xfrm rot="5400000">
            <a:off x="3757295" y="1906905"/>
            <a:ext cx="316865" cy="2611755"/>
          </a:xfrm>
          <a:prstGeom prst="bentConnector3">
            <a:avLst>
              <a:gd name="adj1" fmla="val 501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47"/>
          <p:cNvCxnSpPr>
            <a:stCxn id="2" idx="2"/>
            <a:endCxn id="116" idx="0"/>
          </p:cNvCxnSpPr>
          <p:nvPr>
            <p:custDataLst>
              <p:tags r:id="rId7"/>
            </p:custDataLst>
          </p:nvPr>
        </p:nvCxnSpPr>
        <p:spPr>
          <a:xfrm rot="5400000">
            <a:off x="4285615" y="2435225"/>
            <a:ext cx="316865" cy="1555115"/>
          </a:xfrm>
          <a:prstGeom prst="bentConnector3">
            <a:avLst>
              <a:gd name="adj1" fmla="val 501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47"/>
          <p:cNvCxnSpPr>
            <a:stCxn id="2" idx="2"/>
            <a:endCxn id="123" idx="0"/>
          </p:cNvCxnSpPr>
          <p:nvPr>
            <p:custDataLst>
              <p:tags r:id="rId8"/>
            </p:custDataLst>
          </p:nvPr>
        </p:nvCxnSpPr>
        <p:spPr>
          <a:xfrm rot="5400000">
            <a:off x="4813935" y="2963545"/>
            <a:ext cx="316865" cy="498475"/>
          </a:xfrm>
          <a:prstGeom prst="bentConnector3">
            <a:avLst>
              <a:gd name="adj1" fmla="val 501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Elbow Connector 47"/>
          <p:cNvCxnSpPr>
            <a:stCxn id="2" idx="2"/>
            <a:endCxn id="130" idx="0"/>
          </p:cNvCxnSpPr>
          <p:nvPr>
            <p:custDataLst>
              <p:tags r:id="rId9"/>
            </p:custDataLst>
          </p:nvPr>
        </p:nvCxnSpPr>
        <p:spPr>
          <a:xfrm rot="5400000" flipV="1">
            <a:off x="5342255" y="2933700"/>
            <a:ext cx="316865" cy="558165"/>
          </a:xfrm>
          <a:prstGeom prst="bentConnector3">
            <a:avLst>
              <a:gd name="adj1" fmla="val 501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Elbow Connector 47"/>
          <p:cNvCxnSpPr>
            <a:stCxn id="2" idx="2"/>
            <a:endCxn id="138" idx="0"/>
          </p:cNvCxnSpPr>
          <p:nvPr>
            <p:custDataLst>
              <p:tags r:id="rId10"/>
            </p:custDataLst>
          </p:nvPr>
        </p:nvCxnSpPr>
        <p:spPr>
          <a:xfrm rot="5400000" flipV="1">
            <a:off x="5870575" y="2405380"/>
            <a:ext cx="316865" cy="1614805"/>
          </a:xfrm>
          <a:prstGeom prst="bentConnector3">
            <a:avLst>
              <a:gd name="adj1" fmla="val 501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Elbow Connector 47"/>
          <p:cNvCxnSpPr>
            <a:stCxn id="2" idx="2"/>
            <a:endCxn id="169" idx="0"/>
          </p:cNvCxnSpPr>
          <p:nvPr>
            <p:custDataLst>
              <p:tags r:id="rId11"/>
            </p:custDataLst>
          </p:nvPr>
        </p:nvCxnSpPr>
        <p:spPr>
          <a:xfrm rot="5400000" flipV="1">
            <a:off x="6398895" y="1877060"/>
            <a:ext cx="316865" cy="2671445"/>
          </a:xfrm>
          <a:prstGeom prst="bentConnector3">
            <a:avLst>
              <a:gd name="adj1" fmla="val 50100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" name="矩形 135"/>
          <p:cNvSpPr/>
          <p:nvPr/>
        </p:nvSpPr>
        <p:spPr>
          <a:xfrm>
            <a:off x="1998345" y="441325"/>
            <a:ext cx="9360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1"/>
          <a:lstStyle/>
          <a:p>
            <a:pPr algn="ctr">
              <a:lnSpc>
                <a:spcPct val="100000"/>
              </a:lnSpc>
            </a:pP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APP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灵犀入口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  <a:p>
            <a:pPr algn="ctr">
              <a:lnSpc>
                <a:spcPct val="100000"/>
              </a:lnSpc>
            </a:pP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（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前端渲染</a:t>
            </a: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埋点监控</a:t>
            </a: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页面跳转等</a:t>
            </a:r>
            <a:r>
              <a:rPr lang="en-US" altLang="zh-CN" sz="1400">
                <a:latin typeface="微软雅黑" charset="-122"/>
                <a:ea typeface="微软雅黑" charset="-122"/>
                <a:cs typeface="微软雅黑" charset="-122"/>
              </a:rPr>
              <a:t>）</a:t>
            </a:r>
            <a:endParaRPr lang="en-US" altLang="zh-CN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7660" y="560705"/>
            <a:ext cx="1490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charset="0"/>
                <a:ea typeface="微软雅黑" charset="0"/>
              </a:rPr>
              <a:t>灵犀交互层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98345" y="1454785"/>
            <a:ext cx="9360000" cy="7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71755" rIns="0" bIns="71755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7660" y="1553845"/>
            <a:ext cx="1490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charset="0"/>
                <a:ea typeface="微软雅黑" charset="0"/>
              </a:rPr>
              <a:t>九天主控层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90115" y="1580787"/>
            <a:ext cx="1374775" cy="467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网关管理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22370" y="1580787"/>
            <a:ext cx="1374775" cy="467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多轮对话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管理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54625" y="1580787"/>
            <a:ext cx="1374775" cy="467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长期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记忆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86880" y="1580787"/>
            <a:ext cx="1374775" cy="467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总结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润色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319135" y="1580787"/>
            <a:ext cx="1374775" cy="467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通识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回复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851390" y="1580787"/>
            <a:ext cx="1374775" cy="467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分权分域</a:t>
            </a:r>
            <a:r>
              <a:rPr lang="zh-CN" altLang="en-US" sz="1400">
                <a:latin typeface="微软雅黑" charset="-122"/>
                <a:ea typeface="微软雅黑" charset="-122"/>
                <a:cs typeface="微软雅黑" charset="-122"/>
              </a:rPr>
              <a:t>管理</a:t>
            </a:r>
            <a:endParaRPr lang="zh-CN" altLang="en-US" sz="14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98345" y="3154045"/>
            <a:ext cx="4608195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107950" rIns="0" bIns="107950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APP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端内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智能体</a:t>
            </a:r>
            <a:endParaRPr lang="zh-CN" altLang="en-US" sz="16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7660" y="3972560"/>
            <a:ext cx="1754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charset="0"/>
                <a:ea typeface="微软雅黑" charset="0"/>
              </a:rPr>
              <a:t>垂域智能体层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678345" y="3154045"/>
            <a:ext cx="4680000" cy="302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71755" rIns="0" bIns="71755" numCol="1" spcCol="0" rtlCol="0" fromWordArt="0" anchor="t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垂域</a:t>
            </a:r>
            <a:r>
              <a:rPr lang="zh-CN" altLang="en-US" sz="16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智能体</a:t>
            </a:r>
            <a:endParaRPr lang="zh-CN" altLang="en-US" sz="16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259692" y="3647415"/>
            <a:ext cx="360000" cy="23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eaVert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咪咕阅读智能体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669857" y="3647415"/>
            <a:ext cx="359410" cy="23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eaVert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咪咕音乐智能体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079432" y="3647415"/>
            <a:ext cx="359410" cy="23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eaVert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金融报告智能体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489007" y="3647415"/>
            <a:ext cx="359410" cy="23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eaVert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智家健康智能体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898582" y="3647415"/>
            <a:ext cx="359410" cy="23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eaVert" lIns="0" tIns="71755" rIns="0" bIns="71755" rtlCol="0" anchor="ctr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出行规划智能体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771640" y="3647440"/>
            <a:ext cx="2437765" cy="23399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0" tIns="71755" rIns="0" bIns="71755" rtlCol="0" anchor="t" anchorCtr="1"/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资费推荐智能体</a:t>
            </a:r>
            <a:endParaRPr lang="zh-CN" altLang="en-US" sz="140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cxnSp>
        <p:nvCxnSpPr>
          <p:cNvPr id="26" name="Elbow Connector 47"/>
          <p:cNvCxnSpPr>
            <a:stCxn id="7" idx="2"/>
            <a:endCxn id="15" idx="0"/>
          </p:cNvCxnSpPr>
          <p:nvPr>
            <p:custDataLst>
              <p:tags r:id="rId1"/>
            </p:custDataLst>
          </p:nvPr>
        </p:nvCxnSpPr>
        <p:spPr>
          <a:xfrm rot="5400000">
            <a:off x="5000943" y="1476693"/>
            <a:ext cx="979170" cy="2375535"/>
          </a:xfrm>
          <a:prstGeom prst="bentConnector3">
            <a:avLst>
              <a:gd name="adj1" fmla="val 49968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47"/>
          <p:cNvCxnSpPr>
            <a:stCxn id="7" idx="2"/>
            <a:endCxn id="19" idx="0"/>
          </p:cNvCxnSpPr>
          <p:nvPr>
            <p:custDataLst>
              <p:tags r:id="rId2"/>
            </p:custDataLst>
          </p:nvPr>
        </p:nvCxnSpPr>
        <p:spPr>
          <a:xfrm rot="5400000" flipV="1">
            <a:off x="7358698" y="1494473"/>
            <a:ext cx="979170" cy="2339975"/>
          </a:xfrm>
          <a:prstGeom prst="bentConnector3">
            <a:avLst>
              <a:gd name="adj1" fmla="val 49968"/>
            </a:avLst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47"/>
          <p:cNvCxnSpPr>
            <a:stCxn id="136" idx="2"/>
            <a:endCxn id="7" idx="0"/>
          </p:cNvCxnSpPr>
          <p:nvPr>
            <p:custDataLst>
              <p:tags r:id="rId3"/>
            </p:custDataLst>
          </p:nvPr>
        </p:nvCxnSpPr>
        <p:spPr>
          <a:xfrm rot="5400000" flipV="1">
            <a:off x="6531610" y="1308100"/>
            <a:ext cx="293370" cy="3175"/>
          </a:xfrm>
          <a:prstGeom prst="bentConnector2">
            <a:avLst/>
          </a:prstGeom>
          <a:solidFill>
            <a:srgbClr val="000000">
              <a:alpha val="0"/>
            </a:srgbClr>
          </a:solidFill>
          <a:ln w="12700">
            <a:solidFill>
              <a:schemeClr val="accent2">
                <a:lumMod val="75000"/>
              </a:schemeClr>
            </a:solidFill>
            <a:prstDash val="lgDash"/>
            <a:headEnd type="none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6858000" y="4021455"/>
            <a:ext cx="1080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“查”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046085" y="4021455"/>
            <a:ext cx="1080000" cy="9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“推”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858000" y="4992370"/>
            <a:ext cx="1080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“办”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046085" y="4992370"/>
            <a:ext cx="1080000" cy="9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t" anchorCtr="1"/>
          <a:lstStyle/>
          <a:p>
            <a:pPr algn="ctr"/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“用”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912000" y="4281170"/>
            <a:ext cx="972000" cy="2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charset="-122"/>
                <a:ea typeface="微软雅黑" charset="-122"/>
                <a:cs typeface="微软雅黑" charset="-122"/>
              </a:rPr>
              <a:t>服务</a:t>
            </a:r>
            <a:r>
              <a:rPr lang="zh-CN" altLang="en-US" sz="1000">
                <a:latin typeface="微软雅黑" charset="-122"/>
                <a:ea typeface="微软雅黑" charset="-122"/>
                <a:cs typeface="微软雅黑" charset="-122"/>
              </a:rPr>
              <a:t>接口查询</a:t>
            </a:r>
            <a:endParaRPr lang="zh-CN" altLang="en-US" sz="10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912000" y="4598035"/>
            <a:ext cx="972000" cy="2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charset="-122"/>
                <a:ea typeface="微软雅黑" charset="-122"/>
                <a:cs typeface="微软雅黑" charset="-122"/>
              </a:rPr>
              <a:t>产品</a:t>
            </a:r>
            <a:r>
              <a:rPr lang="zh-CN" altLang="en-US" sz="1000">
                <a:latin typeface="微软雅黑" charset="-122"/>
                <a:ea typeface="微软雅黑" charset="-122"/>
                <a:cs typeface="微软雅黑" charset="-122"/>
              </a:rPr>
              <a:t>数据查询</a:t>
            </a:r>
            <a:endParaRPr lang="zh-CN" altLang="en-US" sz="10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8100085" y="4288155"/>
            <a:ext cx="972000" cy="25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业务推荐</a:t>
            </a:r>
            <a:endParaRPr lang="zh-CN" altLang="en-US" sz="10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100085" y="4598035"/>
            <a:ext cx="972000" cy="25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可办理校验</a:t>
            </a:r>
            <a:endParaRPr lang="zh-CN" altLang="en-US" sz="10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912000" y="5577205"/>
            <a:ext cx="972000" cy="2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办理</a:t>
            </a:r>
            <a:r>
              <a:rPr lang="zh-CN" altLang="en-US" sz="1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下单</a:t>
            </a:r>
            <a:endParaRPr lang="zh-CN" altLang="en-US" sz="10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100085" y="5260975"/>
            <a:ext cx="972000" cy="2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业务知识</a:t>
            </a:r>
            <a:r>
              <a:rPr lang="zh-CN" altLang="en-US" sz="1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咨询</a:t>
            </a:r>
            <a:endParaRPr lang="zh-CN" altLang="en-US" sz="10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100085" y="5577205"/>
            <a:ext cx="972000" cy="2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权益领取</a:t>
            </a:r>
            <a:r>
              <a:rPr lang="zh-CN" altLang="en-US" sz="1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使用</a:t>
            </a:r>
            <a:endParaRPr lang="zh-CN" altLang="en-US" sz="10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2081848" y="3993515"/>
            <a:ext cx="1043940" cy="2087880"/>
            <a:chOff x="3314" y="6289"/>
            <a:chExt cx="1644" cy="3288"/>
          </a:xfrm>
        </p:grpSpPr>
        <p:sp>
          <p:nvSpPr>
            <p:cNvPr id="38" name="矩形 37"/>
            <p:cNvSpPr/>
            <p:nvPr/>
          </p:nvSpPr>
          <p:spPr>
            <a:xfrm>
              <a:off x="3314" y="6289"/>
              <a:ext cx="1644" cy="32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数据查询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技能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3484" y="6456"/>
              <a:ext cx="1304" cy="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流量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查询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3484" y="7138"/>
              <a:ext cx="1304" cy="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账单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查询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3484" y="7819"/>
              <a:ext cx="1304" cy="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积分查询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3484" y="8500"/>
              <a:ext cx="1304" cy="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话费查询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214053" y="3993515"/>
            <a:ext cx="1043940" cy="2087880"/>
            <a:chOff x="5038" y="6289"/>
            <a:chExt cx="1644" cy="3288"/>
          </a:xfrm>
        </p:grpSpPr>
        <p:sp>
          <p:nvSpPr>
            <p:cNvPr id="17" name="矩形 16"/>
            <p:cNvSpPr/>
            <p:nvPr/>
          </p:nvSpPr>
          <p:spPr>
            <a:xfrm>
              <a:off x="5038" y="6289"/>
              <a:ext cx="1644" cy="32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服务流程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技能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5208" y="6456"/>
              <a:ext cx="1304" cy="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充值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缴费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5208" y="7138"/>
              <a:ext cx="1304" cy="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宽带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报障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5208" y="7819"/>
              <a:ext cx="1304" cy="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呼叫转移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5208" y="8500"/>
              <a:ext cx="1304" cy="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积分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领取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346258" y="3993515"/>
            <a:ext cx="1043940" cy="2087880"/>
            <a:chOff x="6821" y="6289"/>
            <a:chExt cx="1644" cy="3288"/>
          </a:xfrm>
        </p:grpSpPr>
        <p:sp>
          <p:nvSpPr>
            <p:cNvPr id="18" name="矩形 17"/>
            <p:cNvSpPr/>
            <p:nvPr/>
          </p:nvSpPr>
          <p:spPr>
            <a:xfrm>
              <a:off x="6821" y="6289"/>
              <a:ext cx="1644" cy="32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知识问答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技能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6991" y="6456"/>
              <a:ext cx="1304" cy="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资费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公示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6991" y="7138"/>
              <a:ext cx="1304" cy="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客服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知识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6991" y="7819"/>
              <a:ext cx="1304" cy="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活动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咨询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6991" y="8500"/>
              <a:ext cx="1304" cy="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通识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解答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478463" y="3993515"/>
            <a:ext cx="1043940" cy="2087880"/>
            <a:chOff x="8604" y="6289"/>
            <a:chExt cx="1644" cy="3288"/>
          </a:xfrm>
        </p:grpSpPr>
        <p:sp>
          <p:nvSpPr>
            <p:cNvPr id="40" name="矩形 39"/>
            <p:cNvSpPr/>
            <p:nvPr/>
          </p:nvSpPr>
          <p:spPr>
            <a:xfrm>
              <a:off x="8604" y="6289"/>
              <a:ext cx="1644" cy="32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71755" rIns="0" bIns="71755" rtlCol="0" anchor="b" anchorCtr="1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业务营销技能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8774" y="6453"/>
              <a:ext cx="1304" cy="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业务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解读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8774" y="7135"/>
              <a:ext cx="1304" cy="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业务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办理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8774" y="7816"/>
              <a:ext cx="1304" cy="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积分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兑换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8774" y="8497"/>
              <a:ext cx="1304" cy="5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售后</a:t>
              </a:r>
              <a:r>
                <a:rPr lang="zh-CN" altLang="en-US" sz="1200">
                  <a:latin typeface="微软雅黑" charset="-122"/>
                  <a:ea typeface="微软雅黑" charset="-122"/>
                  <a:cs typeface="微软雅黑" charset="-122"/>
                </a:rPr>
                <a:t>服务</a:t>
              </a:r>
              <a:endParaRPr lang="zh-CN" altLang="en-US" sz="1200">
                <a:latin typeface="微软雅黑" charset="-122"/>
                <a:ea typeface="微软雅黑" charset="-122"/>
                <a:cs typeface="微软雅黑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2081848" y="3569970"/>
            <a:ext cx="4441190" cy="3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71755" rIns="0" bIns="71755" rtlCol="0" anchor="ctr" anchorCtr="1"/>
          <a:lstStyle/>
          <a:p>
            <a:pPr algn="ctr"/>
            <a:r>
              <a:rPr lang="en-US" altLang="zh-CN" sz="1200">
                <a:latin typeface="微软雅黑" charset="-122"/>
                <a:ea typeface="微软雅黑" charset="-122"/>
                <a:cs typeface="微软雅黑" charset="-122"/>
              </a:rPr>
              <a:t>APP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灵犀</a:t>
            </a:r>
            <a:r>
              <a:rPr lang="zh-CN" altLang="en-US" sz="1200">
                <a:latin typeface="微软雅黑" charset="-122"/>
                <a:ea typeface="微软雅黑" charset="-122"/>
                <a:cs typeface="微软雅黑" charset="-122"/>
              </a:rPr>
              <a:t>主控</a:t>
            </a:r>
            <a:endParaRPr lang="zh-CN" altLang="en-US" sz="120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6912000" y="5260975"/>
            <a:ext cx="972000" cy="2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选货</a:t>
            </a:r>
            <a:r>
              <a:rPr lang="zh-CN" altLang="en-US" sz="1000">
                <a:latin typeface="微软雅黑" charset="-122"/>
                <a:ea typeface="微软雅黑" charset="-122"/>
                <a:cs typeface="微软雅黑" charset="-122"/>
                <a:sym typeface="+mn-ea"/>
              </a:rPr>
              <a:t>加购</a:t>
            </a:r>
            <a:endParaRPr lang="zh-CN" altLang="en-US" sz="1000"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2233</Words>
  <Application>WPS 文字</Application>
  <PresentationFormat>宽屏</PresentationFormat>
  <Paragraphs>923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史津丞</cp:lastModifiedBy>
  <cp:revision>164</cp:revision>
  <dcterms:created xsi:type="dcterms:W3CDTF">2026-09-06T10:20:50Z</dcterms:created>
  <dcterms:modified xsi:type="dcterms:W3CDTF">2026-09-06T10:20:50Z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B3963CB984A46AE7433E9D6A4C8E85D0_41</vt:lpwstr>
  </property>
</Properties>
</file>